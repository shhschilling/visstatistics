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73" r:id="rId2"/>
    <p:sldId id="274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47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A116FE-460E-754C-A3BF-FE57C3E35162}" v="122" dt="2026-05-09T21:38:50.6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79317"/>
  </p:normalViewPr>
  <p:slideViewPr>
    <p:cSldViewPr snapToGrid="0" snapToObjects="1" showGuides="1">
      <p:cViewPr>
        <p:scale>
          <a:sx n="98" d="100"/>
          <a:sy n="98" d="100"/>
        </p:scale>
        <p:origin x="432" y="80"/>
      </p:cViewPr>
      <p:guideLst>
        <p:guide orient="horz" pos="2273"/>
        <p:guide pos="3477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addSld delSld modSld">
      <pc:chgData name="Schilling Sabine HSLU W" userId="b0e2af5c-9187-4900-883a-c96514cd8e15" providerId="ADAL" clId="{5E51067F-94D7-505D-9735-0698788361AC}" dt="2026-05-09T21:38:50.659" v="2341" actId="164"/>
      <pc:docMkLst>
        <pc:docMk/>
      </pc:docMkLst>
      <pc:sldChg chg="addSp delSp modSp add mod">
        <pc:chgData name="Schilling Sabine HSLU W" userId="b0e2af5c-9187-4900-883a-c96514cd8e15" providerId="ADAL" clId="{5E51067F-94D7-505D-9735-0698788361AC}" dt="2026-05-06T19:22:14.838" v="1842" actId="20577"/>
        <pc:sldMkLst>
          <pc:docMk/>
          <pc:sldMk cId="211450528" sldId="273"/>
        </pc:sldMkLst>
        <pc:spChg chg="mod">
          <ac:chgData name="Schilling Sabine HSLU W" userId="b0e2af5c-9187-4900-883a-c96514cd8e15" providerId="ADAL" clId="{5E51067F-94D7-505D-9735-0698788361AC}" dt="2026-05-06T19:18:36.355" v="1782" actId="20577"/>
          <ac:spMkLst>
            <pc:docMk/>
            <pc:sldMk cId="211450528" sldId="273"/>
            <ac:spMk id="5" creationId="{746F3D3D-30AE-C976-B294-DB7D9B8FB409}"/>
          </ac:spMkLst>
        </pc:spChg>
        <pc:spChg chg="mod topLvl">
          <ac:chgData name="Schilling Sabine HSLU W" userId="b0e2af5c-9187-4900-883a-c96514cd8e15" providerId="ADAL" clId="{5E51067F-94D7-505D-9735-0698788361AC}" dt="2026-05-06T19:18:36.355" v="1782" actId="20577"/>
          <ac:spMkLst>
            <pc:docMk/>
            <pc:sldMk cId="211450528" sldId="273"/>
            <ac:spMk id="6" creationId="{C52BE3A2-0408-78DD-3115-287BDBDD4277}"/>
          </ac:spMkLst>
        </pc:spChg>
        <pc:spChg chg="mod">
          <ac:chgData name="Schilling Sabine HSLU W" userId="b0e2af5c-9187-4900-883a-c96514cd8e15" providerId="ADAL" clId="{5E51067F-94D7-505D-9735-0698788361AC}" dt="2026-05-06T19:18:36.355" v="1782" actId="20577"/>
          <ac:spMkLst>
            <pc:docMk/>
            <pc:sldMk cId="211450528" sldId="273"/>
            <ac:spMk id="7" creationId="{283DBAF9-59AF-350E-62E3-D9DC7ADACC0D}"/>
          </ac:spMkLst>
        </pc:spChg>
        <pc:spChg chg="mod">
          <ac:chgData name="Schilling Sabine HSLU W" userId="b0e2af5c-9187-4900-883a-c96514cd8e15" providerId="ADAL" clId="{5E51067F-94D7-505D-9735-0698788361AC}" dt="2026-05-06T19:20:11.622" v="1808" actId="20577"/>
          <ac:spMkLst>
            <pc:docMk/>
            <pc:sldMk cId="211450528" sldId="273"/>
            <ac:spMk id="8" creationId="{B1B10A6C-E857-2AC7-9CD4-9F6187F56B57}"/>
          </ac:spMkLst>
        </pc:spChg>
        <pc:spChg chg="mod">
          <ac:chgData name="Schilling Sabine HSLU W" userId="b0e2af5c-9187-4900-883a-c96514cd8e15" providerId="ADAL" clId="{5E51067F-94D7-505D-9735-0698788361AC}" dt="2026-05-06T19:18:36.355" v="1782" actId="20577"/>
          <ac:spMkLst>
            <pc:docMk/>
            <pc:sldMk cId="211450528" sldId="273"/>
            <ac:spMk id="9" creationId="{7C5757D2-6CA8-B513-DC52-7F09F857A4C7}"/>
          </ac:spMkLst>
        </pc:spChg>
        <pc:spChg chg="add mod">
          <ac:chgData name="Schilling Sabine HSLU W" userId="b0e2af5c-9187-4900-883a-c96514cd8e15" providerId="ADAL" clId="{5E51067F-94D7-505D-9735-0698788361AC}" dt="2026-05-06T19:18:36.355" v="1782" actId="20577"/>
          <ac:spMkLst>
            <pc:docMk/>
            <pc:sldMk cId="211450528" sldId="273"/>
            <ac:spMk id="12" creationId="{C1981550-83BB-9397-710A-8F2694DD3EA9}"/>
          </ac:spMkLst>
        </pc:spChg>
        <pc:spChg chg="mod">
          <ac:chgData name="Schilling Sabine HSLU W" userId="b0e2af5c-9187-4900-883a-c96514cd8e15" providerId="ADAL" clId="{5E51067F-94D7-505D-9735-0698788361AC}" dt="2026-05-06T19:22:14.838" v="1842" actId="20577"/>
          <ac:spMkLst>
            <pc:docMk/>
            <pc:sldMk cId="211450528" sldId="273"/>
            <ac:spMk id="19" creationId="{5B16A604-2B7C-E85E-0A91-CC96741BDB01}"/>
          </ac:spMkLst>
        </pc:spChg>
        <pc:spChg chg="mod">
          <ac:chgData name="Schilling Sabine HSLU W" userId="b0e2af5c-9187-4900-883a-c96514cd8e15" providerId="ADAL" clId="{5E51067F-94D7-505D-9735-0698788361AC}" dt="2026-05-06T19:19:42.567" v="1804" actId="1036"/>
          <ac:spMkLst>
            <pc:docMk/>
            <pc:sldMk cId="211450528" sldId="273"/>
            <ac:spMk id="36" creationId="{85AF650F-788E-C688-388F-D4F5F7ACE59B}"/>
          </ac:spMkLst>
        </pc:spChg>
        <pc:spChg chg="mod">
          <ac:chgData name="Schilling Sabine HSLU W" userId="b0e2af5c-9187-4900-883a-c96514cd8e15" providerId="ADAL" clId="{5E51067F-94D7-505D-9735-0698788361AC}" dt="2026-05-06T19:19:42.567" v="1804" actId="1036"/>
          <ac:spMkLst>
            <pc:docMk/>
            <pc:sldMk cId="211450528" sldId="273"/>
            <ac:spMk id="40" creationId="{24589715-130D-1803-FC06-FD5A8DB9FD73}"/>
          </ac:spMkLst>
        </pc:spChg>
        <pc:grpChg chg="add mod">
          <ac:chgData name="Schilling Sabine HSLU W" userId="b0e2af5c-9187-4900-883a-c96514cd8e15" providerId="ADAL" clId="{5E51067F-94D7-505D-9735-0698788361AC}" dt="2026-05-06T19:18:36.355" v="1782" actId="20577"/>
          <ac:grpSpMkLst>
            <pc:docMk/>
            <pc:sldMk cId="211450528" sldId="273"/>
            <ac:grpSpMk id="51" creationId="{44770507-76CA-649E-2FC1-1F7141E749B8}"/>
          </ac:grpSpMkLst>
        </pc:grpChg>
        <pc:cxnChg chg="mod">
          <ac:chgData name="Schilling Sabine HSLU W" userId="b0e2af5c-9187-4900-883a-c96514cd8e15" providerId="ADAL" clId="{5E51067F-94D7-505D-9735-0698788361AC}" dt="2026-05-04T13:28:57.693" v="1423" actId="1076"/>
          <ac:cxnSpMkLst>
            <pc:docMk/>
            <pc:sldMk cId="211450528" sldId="273"/>
            <ac:cxnSpMk id="2" creationId="{3C415C7F-748B-C1ED-EE4E-BD64FBAA5934}"/>
          </ac:cxnSpMkLst>
        </pc:cxnChg>
        <pc:cxnChg chg="mod">
          <ac:chgData name="Schilling Sabine HSLU W" userId="b0e2af5c-9187-4900-883a-c96514cd8e15" providerId="ADAL" clId="{5E51067F-94D7-505D-9735-0698788361AC}" dt="2026-05-04T13:15:36.033" v="1388" actId="20577"/>
          <ac:cxnSpMkLst>
            <pc:docMk/>
            <pc:sldMk cId="211450528" sldId="273"/>
            <ac:cxnSpMk id="10" creationId="{70C9F5FC-AF03-27DA-5350-C58CCEDDBC03}"/>
          </ac:cxnSpMkLst>
        </pc:cxnChg>
        <pc:cxnChg chg="mod">
          <ac:chgData name="Schilling Sabine HSLU W" userId="b0e2af5c-9187-4900-883a-c96514cd8e15" providerId="ADAL" clId="{5E51067F-94D7-505D-9735-0698788361AC}" dt="2026-05-04T13:03:32.506" v="1370" actId="14100"/>
          <ac:cxnSpMkLst>
            <pc:docMk/>
            <pc:sldMk cId="211450528" sldId="273"/>
            <ac:cxnSpMk id="16" creationId="{3DDE1A43-F7C7-70FB-7017-DCD87C3E884D}"/>
          </ac:cxnSpMkLst>
        </pc:cxnChg>
        <pc:cxnChg chg="mod">
          <ac:chgData name="Schilling Sabine HSLU W" userId="b0e2af5c-9187-4900-883a-c96514cd8e15" providerId="ADAL" clId="{5E51067F-94D7-505D-9735-0698788361AC}" dt="2026-05-06T19:19:42.567" v="1804" actId="1036"/>
          <ac:cxnSpMkLst>
            <pc:docMk/>
            <pc:sldMk cId="211450528" sldId="273"/>
            <ac:cxnSpMk id="37" creationId="{39566372-3240-2CF2-23D0-16FAC566260E}"/>
          </ac:cxnSpMkLst>
        </pc:cxnChg>
        <pc:cxnChg chg="add mod">
          <ac:chgData name="Schilling Sabine HSLU W" userId="b0e2af5c-9187-4900-883a-c96514cd8e15" providerId="ADAL" clId="{5E51067F-94D7-505D-9735-0698788361AC}" dt="2026-05-06T19:20:16.733" v="1809" actId="1076"/>
          <ac:cxnSpMkLst>
            <pc:docMk/>
            <pc:sldMk cId="211450528" sldId="273"/>
            <ac:cxnSpMk id="49" creationId="{B5C5DBDB-04E0-3BA1-F10B-880665C4834B}"/>
          </ac:cxnSpMkLst>
        </pc:cxnChg>
      </pc:sldChg>
      <pc:sldChg chg="addSp delSp modSp add mod setBg">
        <pc:chgData name="Schilling Sabine HSLU W" userId="b0e2af5c-9187-4900-883a-c96514cd8e15" providerId="ADAL" clId="{5E51067F-94D7-505D-9735-0698788361AC}" dt="2026-05-09T21:38:50.659" v="2341" actId="164"/>
        <pc:sldMkLst>
          <pc:docMk/>
          <pc:sldMk cId="3987773869" sldId="274"/>
        </pc:sldMkLst>
        <pc:spChg chg="mod topLvl">
          <ac:chgData name="Schilling Sabine HSLU W" userId="b0e2af5c-9187-4900-883a-c96514cd8e15" providerId="ADAL" clId="{5E51067F-94D7-505D-9735-0698788361AC}" dt="2026-05-09T21:25:10.552" v="2159" actId="1076"/>
          <ac:spMkLst>
            <pc:docMk/>
            <pc:sldMk cId="3987773869" sldId="274"/>
            <ac:spMk id="5" creationId="{D88560B6-0A0F-0760-6149-6FF3B7B24210}"/>
          </ac:spMkLst>
        </pc:spChg>
        <pc:spChg chg="mod topLvl">
          <ac:chgData name="Schilling Sabine HSLU W" userId="b0e2af5c-9187-4900-883a-c96514cd8e15" providerId="ADAL" clId="{5E51067F-94D7-505D-9735-0698788361AC}" dt="2026-05-09T21:37:25.428" v="2311" actId="167"/>
          <ac:spMkLst>
            <pc:docMk/>
            <pc:sldMk cId="3987773869" sldId="274"/>
            <ac:spMk id="6" creationId="{850F5D96-EAD6-2EF1-FC49-CD5ADD5C2CF4}"/>
          </ac:spMkLst>
        </pc:spChg>
        <pc:spChg chg="mod topLvl">
          <ac:chgData name="Schilling Sabine HSLU W" userId="b0e2af5c-9187-4900-883a-c96514cd8e15" providerId="ADAL" clId="{5E51067F-94D7-505D-9735-0698788361AC}" dt="2026-05-09T21:37:00.663" v="2306" actId="207"/>
          <ac:spMkLst>
            <pc:docMk/>
            <pc:sldMk cId="3987773869" sldId="274"/>
            <ac:spMk id="7" creationId="{F15C4A27-3FC3-4E72-00C0-8FCD121A3D3F}"/>
          </ac:spMkLst>
        </pc:spChg>
        <pc:spChg chg="mod topLvl">
          <ac:chgData name="Schilling Sabine HSLU W" userId="b0e2af5c-9187-4900-883a-c96514cd8e15" providerId="ADAL" clId="{5E51067F-94D7-505D-9735-0698788361AC}" dt="2026-05-09T21:32:12.782" v="2242" actId="20577"/>
          <ac:spMkLst>
            <pc:docMk/>
            <pc:sldMk cId="3987773869" sldId="274"/>
            <ac:spMk id="8" creationId="{1259E59C-91A3-35E8-5F00-0D83BB6F2314}"/>
          </ac:spMkLst>
        </pc:spChg>
        <pc:spChg chg="mod topLvl">
          <ac:chgData name="Schilling Sabine HSLU W" userId="b0e2af5c-9187-4900-883a-c96514cd8e15" providerId="ADAL" clId="{5E51067F-94D7-505D-9735-0698788361AC}" dt="2026-05-09T21:35:45.040" v="2300" actId="552"/>
          <ac:spMkLst>
            <pc:docMk/>
            <pc:sldMk cId="3987773869" sldId="274"/>
            <ac:spMk id="9" creationId="{2C733A43-BA90-EED8-6758-242898D59516}"/>
          </ac:spMkLst>
        </pc:spChg>
        <pc:spChg chg="add mod">
          <ac:chgData name="Schilling Sabine HSLU W" userId="b0e2af5c-9187-4900-883a-c96514cd8e15" providerId="ADAL" clId="{5E51067F-94D7-505D-9735-0698788361AC}" dt="2026-05-09T21:34:01.860" v="2269" actId="1035"/>
          <ac:spMkLst>
            <pc:docMk/>
            <pc:sldMk cId="3987773869" sldId="274"/>
            <ac:spMk id="11" creationId="{FB9B848B-7023-14FC-D384-3530FD90ECCA}"/>
          </ac:spMkLst>
        </pc:spChg>
        <pc:spChg chg="add del mod topLvl">
          <ac:chgData name="Schilling Sabine HSLU W" userId="b0e2af5c-9187-4900-883a-c96514cd8e15" providerId="ADAL" clId="{5E51067F-94D7-505D-9735-0698788361AC}" dt="2026-05-09T21:37:44.716" v="2313" actId="14100"/>
          <ac:spMkLst>
            <pc:docMk/>
            <pc:sldMk cId="3987773869" sldId="274"/>
            <ac:spMk id="12" creationId="{4E91C313-141B-C0EB-7458-C988F814755D}"/>
          </ac:spMkLst>
        </pc:spChg>
        <pc:spChg chg="add del mod">
          <ac:chgData name="Schilling Sabine HSLU W" userId="b0e2af5c-9187-4900-883a-c96514cd8e15" providerId="ADAL" clId="{5E51067F-94D7-505D-9735-0698788361AC}" dt="2026-05-09T17:31:30.283" v="1884" actId="478"/>
          <ac:spMkLst>
            <pc:docMk/>
            <pc:sldMk cId="3987773869" sldId="274"/>
            <ac:spMk id="13" creationId="{BCA24DFF-631D-46F5-C48C-653D355D2FB3}"/>
          </ac:spMkLst>
        </pc:spChg>
        <pc:spChg chg="add mod">
          <ac:chgData name="Schilling Sabine HSLU W" userId="b0e2af5c-9187-4900-883a-c96514cd8e15" providerId="ADAL" clId="{5E51067F-94D7-505D-9735-0698788361AC}" dt="2026-05-09T21:33:39.864" v="2252" actId="1076"/>
          <ac:spMkLst>
            <pc:docMk/>
            <pc:sldMk cId="3987773869" sldId="274"/>
            <ac:spMk id="14" creationId="{C93B1E64-77B3-996B-0C03-74605808B38D}"/>
          </ac:spMkLst>
        </pc:spChg>
        <pc:spChg chg="add del mod">
          <ac:chgData name="Schilling Sabine HSLU W" userId="b0e2af5c-9187-4900-883a-c96514cd8e15" providerId="ADAL" clId="{5E51067F-94D7-505D-9735-0698788361AC}" dt="2026-05-09T17:47:03.185" v="2009" actId="478"/>
          <ac:spMkLst>
            <pc:docMk/>
            <pc:sldMk cId="3987773869" sldId="274"/>
            <ac:spMk id="17" creationId="{AF5CA990-E584-E49B-E758-98FBA01897F3}"/>
          </ac:spMkLst>
        </pc:spChg>
        <pc:spChg chg="mod topLvl">
          <ac:chgData name="Schilling Sabine HSLU W" userId="b0e2af5c-9187-4900-883a-c96514cd8e15" providerId="ADAL" clId="{5E51067F-94D7-505D-9735-0698788361AC}" dt="2026-05-09T21:35:45.040" v="2300" actId="552"/>
          <ac:spMkLst>
            <pc:docMk/>
            <pc:sldMk cId="3987773869" sldId="274"/>
            <ac:spMk id="19" creationId="{0F5D9D80-C8ED-1D5F-7CBA-0A72C71AD571}"/>
          </ac:spMkLst>
        </pc:spChg>
        <pc:spChg chg="mod topLvl">
          <ac:chgData name="Schilling Sabine HSLU W" userId="b0e2af5c-9187-4900-883a-c96514cd8e15" providerId="ADAL" clId="{5E51067F-94D7-505D-9735-0698788361AC}" dt="2026-05-09T21:34:12.069" v="2291" actId="1035"/>
          <ac:spMkLst>
            <pc:docMk/>
            <pc:sldMk cId="3987773869" sldId="274"/>
            <ac:spMk id="36" creationId="{E4B8EE02-0F90-3F09-7990-89B6B3DCBB2E}"/>
          </ac:spMkLst>
        </pc:spChg>
        <pc:spChg chg="mod topLvl">
          <ac:chgData name="Schilling Sabine HSLU W" userId="b0e2af5c-9187-4900-883a-c96514cd8e15" providerId="ADAL" clId="{5E51067F-94D7-505D-9735-0698788361AC}" dt="2026-05-09T21:34:12.069" v="2291" actId="1035"/>
          <ac:spMkLst>
            <pc:docMk/>
            <pc:sldMk cId="3987773869" sldId="274"/>
            <ac:spMk id="40" creationId="{50FC18BF-DA43-100C-15F7-046360CBE26F}"/>
          </ac:spMkLst>
        </pc:spChg>
        <pc:spChg chg="add del mod">
          <ac:chgData name="Schilling Sabine HSLU W" userId="b0e2af5c-9187-4900-883a-c96514cd8e15" providerId="ADAL" clId="{5E51067F-94D7-505D-9735-0698788361AC}" dt="2026-05-09T17:50:41.989" v="2029" actId="478"/>
          <ac:spMkLst>
            <pc:docMk/>
            <pc:sldMk cId="3987773869" sldId="274"/>
            <ac:spMk id="48" creationId="{E131DD3E-232D-FD1D-84AC-1082CF6D5BFA}"/>
          </ac:spMkLst>
        </pc:spChg>
        <pc:spChg chg="add mod">
          <ac:chgData name="Schilling Sabine HSLU W" userId="b0e2af5c-9187-4900-883a-c96514cd8e15" providerId="ADAL" clId="{5E51067F-94D7-505D-9735-0698788361AC}" dt="2026-05-09T21:25:30.467" v="2163" actId="1076"/>
          <ac:spMkLst>
            <pc:docMk/>
            <pc:sldMk cId="3987773869" sldId="274"/>
            <ac:spMk id="57" creationId="{8994B425-65B2-49E4-F84C-57A25705E933}"/>
          </ac:spMkLst>
        </pc:spChg>
        <pc:spChg chg="add mod">
          <ac:chgData name="Schilling Sabine HSLU W" userId="b0e2af5c-9187-4900-883a-c96514cd8e15" providerId="ADAL" clId="{5E51067F-94D7-505D-9735-0698788361AC}" dt="2026-05-09T21:38:26.498" v="2340" actId="20577"/>
          <ac:spMkLst>
            <pc:docMk/>
            <pc:sldMk cId="3987773869" sldId="274"/>
            <ac:spMk id="68" creationId="{E005EFC1-18B1-0452-D704-9026052FF006}"/>
          </ac:spMkLst>
        </pc:spChg>
        <pc:grpChg chg="del mod">
          <ac:chgData name="Schilling Sabine HSLU W" userId="b0e2af5c-9187-4900-883a-c96514cd8e15" providerId="ADAL" clId="{5E51067F-94D7-505D-9735-0698788361AC}" dt="2026-05-09T17:29:01.489" v="1868" actId="165"/>
          <ac:grpSpMkLst>
            <pc:docMk/>
            <pc:sldMk cId="3987773869" sldId="274"/>
            <ac:grpSpMk id="51" creationId="{6BB2D7E7-76E1-4A1B-2C49-6E7EAC145B7F}"/>
          </ac:grpSpMkLst>
        </pc:grpChg>
        <pc:grpChg chg="mod">
          <ac:chgData name="Schilling Sabine HSLU W" userId="b0e2af5c-9187-4900-883a-c96514cd8e15" providerId="ADAL" clId="{5E51067F-94D7-505D-9735-0698788361AC}" dt="2026-05-09T21:38:50.659" v="2341" actId="164"/>
          <ac:grpSpMkLst>
            <pc:docMk/>
            <pc:sldMk cId="3987773869" sldId="274"/>
            <ac:grpSpMk id="69" creationId="{44009903-A0FE-1610-A44A-7945B84624B2}"/>
          </ac:grpSpMkLst>
        </pc:grpChg>
        <pc:grpChg chg="add mod">
          <ac:chgData name="Schilling Sabine HSLU W" userId="b0e2af5c-9187-4900-883a-c96514cd8e15" providerId="ADAL" clId="{5E51067F-94D7-505D-9735-0698788361AC}" dt="2026-05-09T21:38:50.659" v="2341" actId="164"/>
          <ac:grpSpMkLst>
            <pc:docMk/>
            <pc:sldMk cId="3987773869" sldId="274"/>
            <ac:grpSpMk id="84" creationId="{E03D655E-9CD9-685D-7B91-6B5945795D4E}"/>
          </ac:grpSpMkLst>
        </pc:grpChg>
        <pc:cxnChg chg="del mod">
          <ac:chgData name="Schilling Sabine HSLU W" userId="b0e2af5c-9187-4900-883a-c96514cd8e15" providerId="ADAL" clId="{5E51067F-94D7-505D-9735-0698788361AC}" dt="2026-05-09T21:35:10.345" v="2296" actId="478"/>
          <ac:cxnSpMkLst>
            <pc:docMk/>
            <pc:sldMk cId="3987773869" sldId="274"/>
            <ac:cxnSpMk id="2" creationId="{F9C22910-8F70-1D49-07A9-1AAACFEF61DB}"/>
          </ac:cxnSpMkLst>
        </pc:cxnChg>
        <pc:cxnChg chg="mod">
          <ac:chgData name="Schilling Sabine HSLU W" userId="b0e2af5c-9187-4900-883a-c96514cd8e15" providerId="ADAL" clId="{5E51067F-94D7-505D-9735-0698788361AC}" dt="2026-05-09T21:35:04.675" v="2295" actId="12789"/>
          <ac:cxnSpMkLst>
            <pc:docMk/>
            <pc:sldMk cId="3987773869" sldId="274"/>
            <ac:cxnSpMk id="10" creationId="{7FFB23BA-1A56-EA09-897C-EAA0A7C46798}"/>
          </ac:cxnSpMkLst>
        </pc:cxnChg>
        <pc:cxnChg chg="add mod">
          <ac:chgData name="Schilling Sabine HSLU W" userId="b0e2af5c-9187-4900-883a-c96514cd8e15" providerId="ADAL" clId="{5E51067F-94D7-505D-9735-0698788361AC}" dt="2026-05-09T21:34:01.860" v="2269" actId="1035"/>
          <ac:cxnSpMkLst>
            <pc:docMk/>
            <pc:sldMk cId="3987773869" sldId="274"/>
            <ac:cxnSpMk id="15" creationId="{A6B56266-E50F-E630-DFBD-3065C4177F4D}"/>
          </ac:cxnSpMkLst>
        </pc:cxnChg>
        <pc:cxnChg chg="mod">
          <ac:chgData name="Schilling Sabine HSLU W" userId="b0e2af5c-9187-4900-883a-c96514cd8e15" providerId="ADAL" clId="{5E51067F-94D7-505D-9735-0698788361AC}" dt="2026-05-09T21:29:54.798" v="2222" actId="1076"/>
          <ac:cxnSpMkLst>
            <pc:docMk/>
            <pc:sldMk cId="3987773869" sldId="274"/>
            <ac:cxnSpMk id="16" creationId="{95EE3751-2F94-DC07-D76A-B01575DBC8AF}"/>
          </ac:cxnSpMkLst>
        </pc:cxnChg>
        <pc:cxnChg chg="add del mod">
          <ac:chgData name="Schilling Sabine HSLU W" userId="b0e2af5c-9187-4900-883a-c96514cd8e15" providerId="ADAL" clId="{5E51067F-94D7-505D-9735-0698788361AC}" dt="2026-05-09T17:48:12.843" v="2019" actId="478"/>
          <ac:cxnSpMkLst>
            <pc:docMk/>
            <pc:sldMk cId="3987773869" sldId="274"/>
            <ac:cxnSpMk id="18" creationId="{2F1D6734-909E-4516-3F31-0E296F304B43}"/>
          </ac:cxnSpMkLst>
        </pc:cxnChg>
        <pc:cxnChg chg="add del mod">
          <ac:chgData name="Schilling Sabine HSLU W" userId="b0e2af5c-9187-4900-883a-c96514cd8e15" providerId="ADAL" clId="{5E51067F-94D7-505D-9735-0698788361AC}" dt="2026-05-09T17:47:09.914" v="2011" actId="478"/>
          <ac:cxnSpMkLst>
            <pc:docMk/>
            <pc:sldMk cId="3987773869" sldId="274"/>
            <ac:cxnSpMk id="23" creationId="{304AE12C-FF0A-DDD0-5941-2AC0BA9359C5}"/>
          </ac:cxnSpMkLst>
        </pc:cxnChg>
        <pc:cxnChg chg="mod">
          <ac:chgData name="Schilling Sabine HSLU W" userId="b0e2af5c-9187-4900-883a-c96514cd8e15" providerId="ADAL" clId="{5E51067F-94D7-505D-9735-0698788361AC}" dt="2026-05-09T21:34:12.069" v="2291" actId="1035"/>
          <ac:cxnSpMkLst>
            <pc:docMk/>
            <pc:sldMk cId="3987773869" sldId="274"/>
            <ac:cxnSpMk id="37" creationId="{D0C86A91-FDA7-431A-A97E-45AB5F8F86AC}"/>
          </ac:cxnSpMkLst>
        </pc:cxnChg>
        <pc:cxnChg chg="mod">
          <ac:chgData name="Schilling Sabine HSLU W" userId="b0e2af5c-9187-4900-883a-c96514cd8e15" providerId="ADAL" clId="{5E51067F-94D7-505D-9735-0698788361AC}" dt="2026-05-09T21:33:36.447" v="2251" actId="1076"/>
          <ac:cxnSpMkLst>
            <pc:docMk/>
            <pc:sldMk cId="3987773869" sldId="274"/>
            <ac:cxnSpMk id="49" creationId="{C057720C-4C0C-4DDC-5805-67C405AC5729}"/>
          </ac:cxnSpMkLst>
        </pc:cxnChg>
        <pc:cxnChg chg="add del mod">
          <ac:chgData name="Schilling Sabine HSLU W" userId="b0e2af5c-9187-4900-883a-c96514cd8e15" providerId="ADAL" clId="{5E51067F-94D7-505D-9735-0698788361AC}" dt="2026-05-09T17:52:27.322" v="2035" actId="478"/>
          <ac:cxnSpMkLst>
            <pc:docMk/>
            <pc:sldMk cId="3987773869" sldId="274"/>
            <ac:cxnSpMk id="50" creationId="{844FCB7D-07C7-05A6-B469-AB9A86C8A16D}"/>
          </ac:cxnSpMkLst>
        </pc:cxnChg>
        <pc:cxnChg chg="add del mod">
          <ac:chgData name="Schilling Sabine HSLU W" userId="b0e2af5c-9187-4900-883a-c96514cd8e15" providerId="ADAL" clId="{5E51067F-94D7-505D-9735-0698788361AC}" dt="2026-05-09T17:52:25.632" v="2034" actId="478"/>
          <ac:cxnSpMkLst>
            <pc:docMk/>
            <pc:sldMk cId="3987773869" sldId="274"/>
            <ac:cxnSpMk id="55" creationId="{CDBDD451-D597-84E8-6AC7-BC097B795C4B}"/>
          </ac:cxnSpMkLst>
        </pc:cxnChg>
        <pc:cxnChg chg="add del mod">
          <ac:chgData name="Schilling Sabine HSLU W" userId="b0e2af5c-9187-4900-883a-c96514cd8e15" providerId="ADAL" clId="{5E51067F-94D7-505D-9735-0698788361AC}" dt="2026-05-09T18:34:25.920" v="2130" actId="478"/>
          <ac:cxnSpMkLst>
            <pc:docMk/>
            <pc:sldMk cId="3987773869" sldId="274"/>
            <ac:cxnSpMk id="61" creationId="{93E41B99-2FE0-8454-F08B-13B6822D3E6C}"/>
          </ac:cxnSpMkLst>
        </pc:cxnChg>
        <pc:cxnChg chg="add mod">
          <ac:chgData name="Schilling Sabine HSLU W" userId="b0e2af5c-9187-4900-883a-c96514cd8e15" providerId="ADAL" clId="{5E51067F-94D7-505D-9735-0698788361AC}" dt="2026-05-09T21:33:42.548" v="2253" actId="1076"/>
          <ac:cxnSpMkLst>
            <pc:docMk/>
            <pc:sldMk cId="3987773869" sldId="274"/>
            <ac:cxnSpMk id="67" creationId="{90D9A013-B638-2CFA-D596-D590570520DD}"/>
          </ac:cxnSpMkLst>
        </pc:cxnChg>
        <pc:cxnChg chg="add mod">
          <ac:chgData name="Schilling Sabine HSLU W" userId="b0e2af5c-9187-4900-883a-c96514cd8e15" providerId="ADAL" clId="{5E51067F-94D7-505D-9735-0698788361AC}" dt="2026-05-09T21:38:50.659" v="2341" actId="164"/>
          <ac:cxnSpMkLst>
            <pc:docMk/>
            <pc:sldMk cId="3987773869" sldId="274"/>
            <ac:cxnSpMk id="83" creationId="{277F9311-EB83-9B97-DA2A-A783B756E3C6}"/>
          </ac:cxnSpMkLst>
        </pc:cxnChg>
      </pc:sldChg>
      <pc:sldChg chg="modSp add del mod">
        <pc:chgData name="Schilling Sabine HSLU W" userId="b0e2af5c-9187-4900-883a-c96514cd8e15" providerId="ADAL" clId="{5E51067F-94D7-505D-9735-0698788361AC}" dt="2026-05-09T17:32:50.935" v="1891" actId="2696"/>
        <pc:sldMkLst>
          <pc:docMk/>
          <pc:sldMk cId="2301579658" sldId="275"/>
        </pc:sldMkLst>
        <pc:spChg chg="mod">
          <ac:chgData name="Schilling Sabine HSLU W" userId="b0e2af5c-9187-4900-883a-c96514cd8e15" providerId="ADAL" clId="{5E51067F-94D7-505D-9735-0698788361AC}" dt="2026-05-09T17:27:59.106" v="1860" actId="20577"/>
          <ac:spMkLst>
            <pc:docMk/>
            <pc:sldMk cId="2301579658" sldId="275"/>
            <ac:spMk id="5" creationId="{1BA2DBBD-EF00-0AA5-56C7-D5449A181778}"/>
          </ac:spMkLst>
        </pc:spChg>
        <pc:spChg chg="mod">
          <ac:chgData name="Schilling Sabine HSLU W" userId="b0e2af5c-9187-4900-883a-c96514cd8e15" providerId="ADAL" clId="{5E51067F-94D7-505D-9735-0698788361AC}" dt="2026-05-09T17:27:59.106" v="1860" actId="20577"/>
          <ac:spMkLst>
            <pc:docMk/>
            <pc:sldMk cId="2301579658" sldId="275"/>
            <ac:spMk id="6" creationId="{D717D2A7-2DDE-DBEB-6ADE-E8F61B52E3FB}"/>
          </ac:spMkLst>
        </pc:spChg>
        <pc:spChg chg="mod">
          <ac:chgData name="Schilling Sabine HSLU W" userId="b0e2af5c-9187-4900-883a-c96514cd8e15" providerId="ADAL" clId="{5E51067F-94D7-505D-9735-0698788361AC}" dt="2026-05-09T17:27:59.106" v="1860" actId="20577"/>
          <ac:spMkLst>
            <pc:docMk/>
            <pc:sldMk cId="2301579658" sldId="275"/>
            <ac:spMk id="7" creationId="{CE12E117-1508-006F-3A9F-EF836987C197}"/>
          </ac:spMkLst>
        </pc:spChg>
        <pc:spChg chg="mod">
          <ac:chgData name="Schilling Sabine HSLU W" userId="b0e2af5c-9187-4900-883a-c96514cd8e15" providerId="ADAL" clId="{5E51067F-94D7-505D-9735-0698788361AC}" dt="2026-05-09T17:27:59.106" v="1860" actId="20577"/>
          <ac:spMkLst>
            <pc:docMk/>
            <pc:sldMk cId="2301579658" sldId="275"/>
            <ac:spMk id="8" creationId="{F3659B89-9F95-B722-5248-F1A3329247EC}"/>
          </ac:spMkLst>
        </pc:spChg>
        <pc:spChg chg="mod">
          <ac:chgData name="Schilling Sabine HSLU W" userId="b0e2af5c-9187-4900-883a-c96514cd8e15" providerId="ADAL" clId="{5E51067F-94D7-505D-9735-0698788361AC}" dt="2026-05-09T17:27:59.106" v="1860" actId="20577"/>
          <ac:spMkLst>
            <pc:docMk/>
            <pc:sldMk cId="2301579658" sldId="275"/>
            <ac:spMk id="9" creationId="{1337C1CE-6671-90F8-C10E-4DA3EDDAACED}"/>
          </ac:spMkLst>
        </pc:spChg>
        <pc:spChg chg="mod">
          <ac:chgData name="Schilling Sabine HSLU W" userId="b0e2af5c-9187-4900-883a-c96514cd8e15" providerId="ADAL" clId="{5E51067F-94D7-505D-9735-0698788361AC}" dt="2026-05-09T17:27:59.106" v="1860" actId="20577"/>
          <ac:spMkLst>
            <pc:docMk/>
            <pc:sldMk cId="2301579658" sldId="275"/>
            <ac:spMk id="12" creationId="{E6EB28DF-E9A7-6041-B1A7-927E907C77C6}"/>
          </ac:spMkLst>
        </pc:spChg>
        <pc:spChg chg="mod">
          <ac:chgData name="Schilling Sabine HSLU W" userId="b0e2af5c-9187-4900-883a-c96514cd8e15" providerId="ADAL" clId="{5E51067F-94D7-505D-9735-0698788361AC}" dt="2026-05-09T17:27:59.106" v="1860" actId="20577"/>
          <ac:spMkLst>
            <pc:docMk/>
            <pc:sldMk cId="2301579658" sldId="275"/>
            <ac:spMk id="19" creationId="{63EAAFBC-95FE-349D-8CF3-362DEEEE0E39}"/>
          </ac:spMkLst>
        </pc:spChg>
        <pc:spChg chg="mod">
          <ac:chgData name="Schilling Sabine HSLU W" userId="b0e2af5c-9187-4900-883a-c96514cd8e15" providerId="ADAL" clId="{5E51067F-94D7-505D-9735-0698788361AC}" dt="2026-05-09T17:27:59.106" v="1860" actId="20577"/>
          <ac:spMkLst>
            <pc:docMk/>
            <pc:sldMk cId="2301579658" sldId="275"/>
            <ac:spMk id="36" creationId="{2B44A6FE-D441-C71D-8CAE-FE019CD55DAF}"/>
          </ac:spMkLst>
        </pc:spChg>
        <pc:spChg chg="mod">
          <ac:chgData name="Schilling Sabine HSLU W" userId="b0e2af5c-9187-4900-883a-c96514cd8e15" providerId="ADAL" clId="{5E51067F-94D7-505D-9735-0698788361AC}" dt="2026-05-09T17:27:59.106" v="1860" actId="20577"/>
          <ac:spMkLst>
            <pc:docMk/>
            <pc:sldMk cId="2301579658" sldId="275"/>
            <ac:spMk id="40" creationId="{B71AD9BD-DD5E-0889-BBC5-EDF6027DE37E}"/>
          </ac:spMkLst>
        </pc:spChg>
        <pc:grpChg chg="mod">
          <ac:chgData name="Schilling Sabine HSLU W" userId="b0e2af5c-9187-4900-883a-c96514cd8e15" providerId="ADAL" clId="{5E51067F-94D7-505D-9735-0698788361AC}" dt="2026-05-09T17:27:59.106" v="1860" actId="20577"/>
          <ac:grpSpMkLst>
            <pc:docMk/>
            <pc:sldMk cId="2301579658" sldId="275"/>
            <ac:grpSpMk id="51" creationId="{001F8610-FCAD-306A-777D-224A41C5C1A4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65AD4-97DF-01F2-1987-71F2F275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F12C5C2-CB0D-F12F-DE17-0FFE92610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60658DD-D8DF-C31B-64EE-BA489FC92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68812D-6268-7CDC-46BC-F3508F6B1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2441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77AA-2D02-C294-F1F2-EEB3F2EB2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08177B2-679D-B01E-6976-DA06E15A3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6B5C141-7E16-2F0E-B8F6-2F29BF012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C38E17-2F54-5C54-9FFF-C56E170153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1714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C706-40C9-0C80-95BE-644E9791B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uppieren 50">
            <a:extLst>
              <a:ext uri="{FF2B5EF4-FFF2-40B4-BE49-F238E27FC236}">
                <a16:creationId xmlns:a16="http://schemas.microsoft.com/office/drawing/2014/main" id="{44770507-76CA-649E-2FC1-1F7141E749B8}"/>
              </a:ext>
            </a:extLst>
          </p:cNvPr>
          <p:cNvGrpSpPr/>
          <p:nvPr/>
        </p:nvGrpSpPr>
        <p:grpSpPr>
          <a:xfrm>
            <a:off x="763420" y="668463"/>
            <a:ext cx="10665159" cy="3629498"/>
            <a:chOff x="1360460" y="316483"/>
            <a:chExt cx="10665159" cy="3629498"/>
          </a:xfrm>
        </p:grpSpPr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C1981550-83BB-9397-710A-8F2694DD3EA9}"/>
                </a:ext>
              </a:extLst>
            </p:cNvPr>
            <p:cNvSpPr txBox="1"/>
            <p:nvPr/>
          </p:nvSpPr>
          <p:spPr>
            <a:xfrm>
              <a:off x="6117376" y="316483"/>
              <a:ext cx="5908243" cy="1938992"/>
            </a:xfrm>
            <a:prstGeom prst="rect">
              <a:avLst/>
            </a:prstGeom>
            <a:noFill/>
            <a:ln w="12700">
              <a:solidFill>
                <a:schemeClr val="bg1">
                  <a:lumMod val="6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              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Tests of central tendencies</a:t>
              </a: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endParaRPr lang="en-GB" sz="120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C5757D2-6CA8-B513-DC52-7F09F857A4C7}"/>
                    </a:ext>
                  </a:extLst>
                </p:cNvPr>
                <p:cNvSpPr txBox="1"/>
                <p:nvPr/>
              </p:nvSpPr>
              <p:spPr>
                <a:xfrm>
                  <a:off x="6211369" y="1842326"/>
                  <a:ext cx="5701592" cy="276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:r>
                    <a:rPr lang="en-US" sz="1200" dirty="0">
                      <a:ea typeface="Cambria Math" panose="02040503050406030204" pitchFamily="18" charset="0"/>
                    </a:rPr>
                    <a:t>non-parametric tests: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wilcox.test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</a:t>
                  </a:r>
                  <a:r>
                    <a:rPr lang="en-GB" sz="12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kruskal.test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C5757D2-6CA8-B513-DC52-7F09F857A4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1369" y="1842326"/>
                  <a:ext cx="5701592" cy="276999"/>
                </a:xfrm>
                <a:prstGeom prst="rect">
                  <a:avLst/>
                </a:prstGeom>
                <a:blipFill>
                  <a:blip r:embed="rId3"/>
                  <a:stretch>
                    <a:fillRect b="-1739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B1B10A6C-E857-2AC7-9CD4-9F6187F56B57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360460" y="2508787"/>
              <a:ext cx="4329205" cy="64633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 predictor of 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b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</a:t>
              </a:r>
              <a:r>
                <a:rPr lang="en-GB" sz="1200" noProof="0" dirty="0" err="1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umeric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response of 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5B16A604-2B7C-E85E-0A91-CC96741BDB01}"/>
                    </a:ext>
                  </a:extLst>
                </p:cNvPr>
                <p:cNvSpPr txBox="1"/>
                <p:nvPr/>
              </p:nvSpPr>
              <p:spPr>
                <a:xfrm>
                  <a:off x="6211570" y="2526658"/>
                  <a:ext cx="5719853" cy="646331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lvl="1"/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Simple linear regression:  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lm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  <a:b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</a:b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Spearman rank </a:t>
                  </a:r>
                  <a:r>
                    <a:rPr lang="en-GB" sz="120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correlation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:visstat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(…,</a:t>
                  </a:r>
                  <a:r>
                    <a:rPr lang="en-GB" sz="1200" b="1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do_regression</a:t>
                  </a:r>
                  <a:r>
                    <a:rPr lang="en-GB" sz="1200" b="1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=FALSE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)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ourier New" panose="02070309020205020404" pitchFamily="49" charset="0"/>
                        </a:rPr>
                        <m:t>→</m:t>
                      </m:r>
                    </m:oMath>
                  </a14:m>
                  <a:endParaRPr lang="en-US" sz="1200" b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  <a:p>
                  <a:pPr lvl="1"/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               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cor.test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(…,method=“spearman”)</a:t>
                  </a:r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5B16A604-2B7C-E85E-0A91-CC96741BD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1570" y="2526658"/>
                  <a:ext cx="5719853" cy="646331"/>
                </a:xfrm>
                <a:prstGeom prst="rect">
                  <a:avLst/>
                </a:prstGeom>
                <a:blipFill>
                  <a:blip r:embed="rId4"/>
                  <a:stretch>
                    <a:fillRect b="-5769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83DBAF9-59AF-350E-62E3-D9DC7ADACC0D}"/>
                    </a:ext>
                  </a:extLst>
                </p:cNvPr>
                <p:cNvSpPr txBox="1"/>
                <p:nvPr/>
              </p:nvSpPr>
              <p:spPr>
                <a:xfrm>
                  <a:off x="1369665" y="502733"/>
                  <a:ext cx="4320000" cy="830997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endPara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</a:p>
                <a:p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83DBAF9-59AF-350E-62E3-D9DC7ADAC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665" y="502733"/>
                  <a:ext cx="4320000" cy="83099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Gerade Verbindung mit Pfeil 1">
              <a:extLst>
                <a:ext uri="{FF2B5EF4-FFF2-40B4-BE49-F238E27FC236}">
                  <a16:creationId xmlns:a16="http://schemas.microsoft.com/office/drawing/2014/main" id="{3C415C7F-748B-C1ED-EE4E-BD64FBAA59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85211" y="831821"/>
              <a:ext cx="503294" cy="11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85AF650F-788E-C688-388F-D4F5F7ACE59B}"/>
                </a:ext>
              </a:extLst>
            </p:cNvPr>
            <p:cNvSpPr txBox="1"/>
            <p:nvPr/>
          </p:nvSpPr>
          <p:spPr>
            <a:xfrm>
              <a:off x="1369664" y="3483198"/>
              <a:ext cx="4329204" cy="4616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Both variables  of  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factor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“</a:t>
              </a:r>
            </a:p>
            <a:p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39566372-3240-2CF2-23D0-16FAC566260E}"/>
                </a:ext>
              </a:extLst>
            </p:cNvPr>
            <p:cNvCxnSpPr>
              <a:cxnSpLocks/>
              <a:stCxn id="36" idx="3"/>
              <a:endCxn id="40" idx="1"/>
            </p:cNvCxnSpPr>
            <p:nvPr/>
          </p:nvCxnSpPr>
          <p:spPr>
            <a:xfrm flipV="1">
              <a:off x="5698868" y="3711981"/>
              <a:ext cx="494242" cy="20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24589715-130D-1803-FC06-FD5A8DB9FD73}"/>
                </a:ext>
              </a:extLst>
            </p:cNvPr>
            <p:cNvSpPr txBox="1"/>
            <p:nvPr/>
          </p:nvSpPr>
          <p:spPr>
            <a:xfrm>
              <a:off x="6193110" y="3477981"/>
              <a:ext cx="5719851" cy="4680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Comparing proportions:</a:t>
              </a:r>
              <a:b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chisq.test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(),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fisher.test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52BE3A2-0408-78DD-3115-287BDBDD4277}"/>
                    </a:ext>
                  </a:extLst>
                </p:cNvPr>
                <p:cNvSpPr txBox="1"/>
                <p:nvPr/>
              </p:nvSpPr>
              <p:spPr>
                <a:xfrm>
                  <a:off x="6193111" y="693322"/>
                  <a:ext cx="5664357" cy="276999"/>
                </a:xfrm>
                <a:prstGeom prst="rect">
                  <a:avLst/>
                </a:prstGeom>
                <a:solidFill>
                  <a:schemeClr val="accent4">
                    <a:alpha val="2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:r>
                    <a:rPr lang="en-US" sz="1200" b="0" dirty="0">
                      <a:ea typeface="Cambria Math" panose="02040503050406030204" pitchFamily="18" charset="0"/>
                    </a:rPr>
                    <a:t> parametric tests: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aov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oneway.test</a:t>
                  </a:r>
                  <a:endPara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52BE3A2-0408-78DD-3115-287BDBDD4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3111" y="693322"/>
                  <a:ext cx="5664357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6667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746F3D3D-30AE-C976-B294-DB7D9B8FB409}"/>
                    </a:ext>
                  </a:extLst>
                </p:cNvPr>
                <p:cNvSpPr txBox="1"/>
                <p:nvPr/>
              </p:nvSpPr>
              <p:spPr>
                <a:xfrm>
                  <a:off x="1369665" y="1598093"/>
                  <a:ext cx="4329205" cy="646331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 and</a:t>
                  </a:r>
                  <a:b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𝑗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</p:txBody>
            </p:sp>
          </mc:Choice>
          <mc:Fallback xmlns="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746F3D3D-30AE-C976-B294-DB7D9B8FB4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665" y="1598093"/>
                  <a:ext cx="4329205" cy="646331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70C9F5FC-AF03-27DA-5350-C58CCEDDBC03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5689665" y="918232"/>
              <a:ext cx="512499" cy="96983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3DDE1A43-F7C7-70FB-7017-DCD87C3E884D}"/>
                </a:ext>
              </a:extLst>
            </p:cNvPr>
            <p:cNvCxnSpPr>
              <a:cxnSpLocks/>
            </p:cNvCxnSpPr>
            <p:nvPr/>
          </p:nvCxnSpPr>
          <p:spPr>
            <a:xfrm>
              <a:off x="5698870" y="1931390"/>
              <a:ext cx="512499" cy="390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5C5DBDB-04E0-3BA1-F10B-880665C4834B}"/>
                </a:ext>
              </a:extLst>
            </p:cNvPr>
            <p:cNvCxnSpPr>
              <a:cxnSpLocks/>
            </p:cNvCxnSpPr>
            <p:nvPr/>
          </p:nvCxnSpPr>
          <p:spPr>
            <a:xfrm>
              <a:off x="5680608" y="2797386"/>
              <a:ext cx="512499" cy="390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450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540CC-8A73-C021-D968-04CBBCB7F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03D655E-9CD9-685D-7B91-6B5945795D4E}"/>
              </a:ext>
            </a:extLst>
          </p:cNvPr>
          <p:cNvGrpSpPr/>
          <p:nvPr/>
        </p:nvGrpSpPr>
        <p:grpSpPr>
          <a:xfrm>
            <a:off x="675232" y="679404"/>
            <a:ext cx="10841537" cy="5113384"/>
            <a:chOff x="675232" y="679404"/>
            <a:chExt cx="10841537" cy="5113384"/>
          </a:xfrm>
        </p:grpSpPr>
        <p:grpSp>
          <p:nvGrpSpPr>
            <p:cNvPr id="69" name="Gruppieren 68">
              <a:extLst>
                <a:ext uri="{FF2B5EF4-FFF2-40B4-BE49-F238E27FC236}">
                  <a16:creationId xmlns:a16="http://schemas.microsoft.com/office/drawing/2014/main" id="{44009903-A0FE-1610-A44A-7945B84624B2}"/>
                </a:ext>
              </a:extLst>
            </p:cNvPr>
            <p:cNvGrpSpPr/>
            <p:nvPr/>
          </p:nvGrpSpPr>
          <p:grpSpPr>
            <a:xfrm>
              <a:off x="675232" y="679404"/>
              <a:ext cx="10841537" cy="5113384"/>
              <a:chOff x="704029" y="582418"/>
              <a:chExt cx="10841537" cy="5113384"/>
            </a:xfrm>
          </p:grpSpPr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4E91C313-141B-C0EB-7458-C988F814755D}"/>
                  </a:ext>
                </a:extLst>
              </p:cNvPr>
              <p:cNvSpPr txBox="1"/>
              <p:nvPr/>
            </p:nvSpPr>
            <p:spPr>
              <a:xfrm>
                <a:off x="5569708" y="582418"/>
                <a:ext cx="5975858" cy="1938992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              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Tests of central tendencies</a:t>
                </a: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endPara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850F5D96-EAD6-2EF1-FC49-CD5ADD5C2CF4}"/>
                      </a:ext>
                    </a:extLst>
                  </p:cNvPr>
                  <p:cNvSpPr txBox="1"/>
                  <p:nvPr/>
                </p:nvSpPr>
                <p:spPr>
                  <a:xfrm>
                    <a:off x="5614328" y="1002239"/>
                    <a:ext cx="5664357" cy="276999"/>
                  </a:xfrm>
                  <a:prstGeom prst="rect">
                    <a:avLst/>
                  </a:prstGeom>
                  <a:solidFill>
                    <a:schemeClr val="accent4">
                      <a:alpha val="2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:r>
                      <a:rPr lang="en-US" sz="1200" b="0" dirty="0">
                        <a:ea typeface="Cambria Math" panose="02040503050406030204" pitchFamily="18" charset="0"/>
                      </a:rPr>
                      <a:t> parametric tests: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t.test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(),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aov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(),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oneway.test</a:t>
                    </a:r>
                    <a:endPara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endParaRPr>
                  </a:p>
                </p:txBody>
              </p:sp>
            </mc:Choice>
            <mc:Fallback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850F5D96-EAD6-2EF1-FC49-CD5ADD5C2C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4328" y="1002239"/>
                    <a:ext cx="5664357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6667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259E59C-91A3-35E8-5F00-0D83BB6F2314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749759" y="2954852"/>
                <a:ext cx="4329205" cy="83099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Numeric 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b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</a:p>
              <a:p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8994B425-65B2-49E4-F84C-57A25705E933}"/>
                  </a:ext>
                </a:extLst>
              </p:cNvPr>
              <p:cNvSpPr txBox="1"/>
              <p:nvPr/>
            </p:nvSpPr>
            <p:spPr>
              <a:xfrm>
                <a:off x="704029" y="3517825"/>
                <a:ext cx="4306342" cy="276999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  <a:alpha val="19758"/>
                </a:schemeClr>
              </a:solidFill>
              <a:ln w="1270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+ flag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</a:t>
                </a:r>
                <a:r>
                  <a:rPr kumimoji="0" lang="en-GB" sz="1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visstat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kumimoji="0" lang="en-GB" sz="12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do_regression</a:t>
                </a:r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=FALSE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)</a:t>
                </a:r>
                <a:endParaRPr lang="de-DE" sz="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2C733A43-BA90-EED8-6758-242898D59516}"/>
                      </a:ext>
                    </a:extLst>
                  </p:cNvPr>
                  <p:cNvSpPr txBox="1"/>
                  <p:nvPr/>
                </p:nvSpPr>
                <p:spPr>
                  <a:xfrm>
                    <a:off x="5614328" y="2075934"/>
                    <a:ext cx="5701592" cy="276999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:r>
                      <a:rPr lang="en-US" sz="1200" dirty="0">
                        <a:ea typeface="Cambria Math" panose="02040503050406030204" pitchFamily="18" charset="0"/>
                      </a:rPr>
                      <a:t>non-parametric tests: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wilcox.test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(),</a:t>
                    </a:r>
                    <a:r>
                      <a:rPr lang="en-GB" sz="1200" dirty="0">
                        <a:ea typeface="Cambria Math" panose="02040503050406030204" pitchFamily="18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kruskal.test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</a:t>
                    </a:r>
                  </a:p>
                </p:txBody>
              </p:sp>
            </mc:Choice>
            <mc:Fallback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2C733A43-BA90-EED8-6758-242898D595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4328" y="2075934"/>
                    <a:ext cx="5701592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2500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0F5D9D80-C8ED-1D5F-7CBA-0A72C71AD571}"/>
                  </a:ext>
                </a:extLst>
              </p:cNvPr>
              <p:cNvSpPr txBox="1"/>
              <p:nvPr/>
            </p:nvSpPr>
            <p:spPr>
              <a:xfrm>
                <a:off x="5614328" y="3021516"/>
                <a:ext cx="5719853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1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Simple linear regression:  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lm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F15C4A27-3FC3-4E72-00C0-8FCD121A3D3F}"/>
                      </a:ext>
                    </a:extLst>
                  </p:cNvPr>
                  <p:cNvSpPr txBox="1"/>
                  <p:nvPr/>
                </p:nvSpPr>
                <p:spPr>
                  <a:xfrm>
                    <a:off x="772625" y="909906"/>
                    <a:ext cx="4320000" cy="461665"/>
                  </a:xfrm>
                  <a:prstGeom prst="rect">
                    <a:avLst/>
                  </a:prstGeom>
                  <a:solidFill>
                    <a:schemeClr val="bg2">
                      <a:lumMod val="9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</a:p>
                </p:txBody>
              </p:sp>
            </mc:Choice>
            <mc:Fallback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F15C4A27-3FC3-4E72-00C0-8FCD121A3D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2625" y="909906"/>
                    <a:ext cx="4320000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7692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E4B8EE02-0F90-3F09-7990-89B6B3DCBB2E}"/>
                  </a:ext>
                </a:extLst>
              </p:cNvPr>
              <p:cNvSpPr txBox="1"/>
              <p:nvPr/>
            </p:nvSpPr>
            <p:spPr>
              <a:xfrm>
                <a:off x="772625" y="5234137"/>
                <a:ext cx="4329204" cy="46166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Both variables  of  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“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0C86A91-FDA7-431A-A97E-45AB5F8F86AC}"/>
                  </a:ext>
                </a:extLst>
              </p:cNvPr>
              <p:cNvCxnSpPr>
                <a:cxnSpLocks/>
                <a:stCxn id="36" idx="3"/>
                <a:endCxn id="40" idx="1"/>
              </p:cNvCxnSpPr>
              <p:nvPr/>
            </p:nvCxnSpPr>
            <p:spPr>
              <a:xfrm flipV="1">
                <a:off x="5101829" y="5460863"/>
                <a:ext cx="535366" cy="410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50FC18BF-DA43-100C-15F7-046360CBE26F}"/>
                  </a:ext>
                </a:extLst>
              </p:cNvPr>
              <p:cNvSpPr txBox="1"/>
              <p:nvPr/>
            </p:nvSpPr>
            <p:spPr>
              <a:xfrm>
                <a:off x="5637195" y="5230030"/>
                <a:ext cx="5719851" cy="46166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Comparing proportions:</a:t>
                </a:r>
                <a:b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chisq.test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(),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fisher.test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 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" name="Textfeld 4">
                    <a:extLst>
                      <a:ext uri="{FF2B5EF4-FFF2-40B4-BE49-F238E27FC236}">
                        <a16:creationId xmlns:a16="http://schemas.microsoft.com/office/drawing/2014/main" id="{D88560B6-0A0F-0760-6149-6FF3B7B24210}"/>
                      </a:ext>
                    </a:extLst>
                  </p:cNvPr>
                  <p:cNvSpPr txBox="1"/>
                  <p:nvPr/>
                </p:nvSpPr>
                <p:spPr>
                  <a:xfrm>
                    <a:off x="749760" y="1913458"/>
                    <a:ext cx="4329205" cy="646331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predictor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  <a:p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response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 and</a:t>
                    </a:r>
                    <a:b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</a:b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                                                       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ordered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with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𝑗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</p:txBody>
              </p:sp>
            </mc:Choice>
            <mc:Fallback>
              <p:sp>
                <p:nvSpPr>
                  <p:cNvPr id="5" name="Textfeld 4">
                    <a:extLst>
                      <a:ext uri="{FF2B5EF4-FFF2-40B4-BE49-F238E27FC236}">
                        <a16:creationId xmlns:a16="http://schemas.microsoft.com/office/drawing/2014/main" id="{D88560B6-0A0F-0760-6149-6FF3B7B242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9760" y="1913458"/>
                    <a:ext cx="4329205" cy="6463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7547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" name="Gerade Verbindung mit Pfeil 9">
                <a:extLst>
                  <a:ext uri="{FF2B5EF4-FFF2-40B4-BE49-F238E27FC236}">
                    <a16:creationId xmlns:a16="http://schemas.microsoft.com/office/drawing/2014/main" id="{7FFB23BA-1A56-EA09-897C-EAA0A7C46798}"/>
                  </a:ext>
                </a:extLst>
              </p:cNvPr>
              <p:cNvCxnSpPr>
                <a:cxnSpLocks/>
                <a:stCxn id="7" idx="3"/>
              </p:cNvCxnSpPr>
              <p:nvPr/>
            </p:nvCxnSpPr>
            <p:spPr>
              <a:xfrm>
                <a:off x="5092625" y="1140739"/>
                <a:ext cx="477082" cy="107724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Gerade Verbindung mit Pfeil 15">
                <a:extLst>
                  <a:ext uri="{FF2B5EF4-FFF2-40B4-BE49-F238E27FC236}">
                    <a16:creationId xmlns:a16="http://schemas.microsoft.com/office/drawing/2014/main" id="{95EE3751-2F94-DC07-D76A-B01575DBC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1829" y="2286234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 Verbindung mit Pfeil 48">
                <a:extLst>
                  <a:ext uri="{FF2B5EF4-FFF2-40B4-BE49-F238E27FC236}">
                    <a16:creationId xmlns:a16="http://schemas.microsoft.com/office/drawing/2014/main" id="{C057720C-4C0C-4DDC-5805-67C405AC57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3167" y="3198964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FB9B848B-7023-14FC-D384-3530FD90ECCA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749761" y="4157944"/>
                    <a:ext cx="4329205" cy="830997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predictor 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</a:t>
                    </a:r>
                    <a:r>
                      <a:rPr lang="en-GB" sz="1200" b="1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and</a:t>
                    </a:r>
                    <a:b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</a:b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                                                       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ordered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with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response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</a:t>
                    </a:r>
                    <a:r>
                      <a:rPr lang="en-GB" sz="1200" b="1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and</a:t>
                    </a:r>
                    <a:b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</a:b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                                                       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ordered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with levels</a:t>
                    </a:r>
                  </a:p>
                </p:txBody>
              </p:sp>
            </mc:Choice>
            <mc:Fallback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FB9B848B-7023-14FC-D384-3530FD90EC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9761" y="4157944"/>
                    <a:ext cx="4329205" cy="83099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4478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93B1E64-77B3-996B-0C03-74605808B38D}"/>
                  </a:ext>
                </a:extLst>
              </p:cNvPr>
              <p:cNvSpPr txBox="1"/>
              <p:nvPr/>
            </p:nvSpPr>
            <p:spPr>
              <a:xfrm>
                <a:off x="5614328" y="3564125"/>
                <a:ext cx="5719853" cy="2769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1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Spearman rank correlation :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cor.test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(…,method=“spearman”)</a:t>
                </a:r>
              </a:p>
            </p:txBody>
          </p:sp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6B56266-E50F-E630-DFBD-3065C4177F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8966" y="4627524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 Verbindung mit Pfeil 66">
                <a:extLst>
                  <a:ext uri="{FF2B5EF4-FFF2-40B4-BE49-F238E27FC236}">
                    <a16:creationId xmlns:a16="http://schemas.microsoft.com/office/drawing/2014/main" id="{90D9A013-B638-2CFA-D596-D590570520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6449" y="3688678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Textfeld 67">
                <a:extLst>
                  <a:ext uri="{FF2B5EF4-FFF2-40B4-BE49-F238E27FC236}">
                    <a16:creationId xmlns:a16="http://schemas.microsoft.com/office/drawing/2014/main" id="{E005EFC1-18B1-0452-D704-9026052FF006}"/>
                  </a:ext>
                </a:extLst>
              </p:cNvPr>
              <p:cNvSpPr txBox="1"/>
              <p:nvPr/>
            </p:nvSpPr>
            <p:spPr>
              <a:xfrm>
                <a:off x="5637195" y="4504894"/>
                <a:ext cx="5719853" cy="2769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1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Kendall rank correlation :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cor.test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(…,method=“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kendall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”)</a:t>
                </a:r>
              </a:p>
            </p:txBody>
          </p:sp>
        </p:grp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277F9311-EB83-9B97-DA2A-A783B756E3C6}"/>
                </a:ext>
              </a:extLst>
            </p:cNvPr>
            <p:cNvCxnSpPr>
              <a:cxnSpLocks/>
            </p:cNvCxnSpPr>
            <p:nvPr/>
          </p:nvCxnSpPr>
          <p:spPr>
            <a:xfrm>
              <a:off x="5084085" y="1240615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77738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377</Words>
  <Application>Microsoft Macintosh PowerPoint</Application>
  <PresentationFormat>Breitbild</PresentationFormat>
  <Paragraphs>52</Paragraphs>
  <Slides>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8" baseType="lpstr">
      <vt:lpstr>Arial</vt:lpstr>
      <vt:lpstr>Calibri</vt:lpstr>
      <vt:lpstr>Calibri Light</vt:lpstr>
      <vt:lpstr>Cambria Math</vt:lpstr>
      <vt:lpstr>Courier New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38</cp:revision>
  <dcterms:created xsi:type="dcterms:W3CDTF">2023-05-08T12:12:17Z</dcterms:created>
  <dcterms:modified xsi:type="dcterms:W3CDTF">2026-05-09T21:39:00Z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