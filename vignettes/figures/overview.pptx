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73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A116FE-460E-754C-A3BF-FE57C3E35162}" v="757" dt="2026-05-04T13:32:53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436"/>
    <p:restoredTop sz="79317"/>
  </p:normalViewPr>
  <p:slideViewPr>
    <p:cSldViewPr snapToGrid="0" snapToObjects="1" showGuides="1">
      <p:cViewPr>
        <p:scale>
          <a:sx n="76" d="100"/>
          <a:sy n="76" d="100"/>
        </p:scale>
        <p:origin x="520" y="-16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04T13:33:08.542" v="1555" actId="1076"/>
      <pc:docMkLst>
        <pc:docMk/>
      </pc:docMkLst>
      <pc:sldChg chg="addSp delSp modSp del mod">
        <pc:chgData name="Schilling Sabine HSLU W" userId="b0e2af5c-9187-4900-883a-c96514cd8e15" providerId="ADAL" clId="{5E51067F-94D7-505D-9735-0698788361AC}" dt="2026-05-04T12:21:57.184" v="1130" actId="2696"/>
        <pc:sldMkLst>
          <pc:docMk/>
          <pc:sldMk cId="2897501157" sldId="270"/>
        </pc:sldMkLst>
        <pc:spChg chg="mod">
          <ac:chgData name="Schilling Sabine HSLU W" userId="b0e2af5c-9187-4900-883a-c96514cd8e15" providerId="ADAL" clId="{5E51067F-94D7-505D-9735-0698788361AC}" dt="2026-05-04T11:32:25.295" v="482" actId="1076"/>
          <ac:spMkLst>
            <pc:docMk/>
            <pc:sldMk cId="2897501157" sldId="270"/>
            <ac:spMk id="3" creationId="{B82A358C-C6B1-3990-6B39-C187D7991602}"/>
          </ac:spMkLst>
        </pc:spChg>
        <pc:spChg chg="mod">
          <ac:chgData name="Schilling Sabine HSLU W" userId="b0e2af5c-9187-4900-883a-c96514cd8e15" providerId="ADAL" clId="{5E51067F-94D7-505D-9735-0698788361AC}" dt="2026-05-04T12:03:16.575" v="909" actId="1076"/>
          <ac:spMkLst>
            <pc:docMk/>
            <pc:sldMk cId="2897501157" sldId="270"/>
            <ac:spMk id="4" creationId="{EA6DE006-824C-B9F2-B1FC-630D5F80A6CD}"/>
          </ac:spMkLst>
        </pc:spChg>
        <pc:spChg chg="add mod">
          <ac:chgData name="Schilling Sabine HSLU W" userId="b0e2af5c-9187-4900-883a-c96514cd8e15" providerId="ADAL" clId="{5E51067F-94D7-505D-9735-0698788361AC}" dt="2026-05-04T11:33:35.310" v="495" actId="20577"/>
          <ac:spMkLst>
            <pc:docMk/>
            <pc:sldMk cId="2897501157" sldId="270"/>
            <ac:spMk id="5" creationId="{CFBC890C-EED2-9C69-903F-52928F3DE988}"/>
          </ac:spMkLst>
        </pc:spChg>
        <pc:spChg chg="mod">
          <ac:chgData name="Schilling Sabine HSLU W" userId="b0e2af5c-9187-4900-883a-c96514cd8e15" providerId="ADAL" clId="{5E51067F-94D7-505D-9735-0698788361AC}" dt="2026-05-04T12:02:18.624" v="899" actId="20577"/>
          <ac:spMkLst>
            <pc:docMk/>
            <pc:sldMk cId="2897501157" sldId="270"/>
            <ac:spMk id="6" creationId="{86DCB496-316C-6122-CA7B-A204DF8FD384}"/>
          </ac:spMkLst>
        </pc:spChg>
        <pc:spChg chg="mod">
          <ac:chgData name="Schilling Sabine HSLU W" userId="b0e2af5c-9187-4900-883a-c96514cd8e15" providerId="ADAL" clId="{5E51067F-94D7-505D-9735-0698788361AC}" dt="2026-05-04T12:02:13.680" v="898" actId="20577"/>
          <ac:spMkLst>
            <pc:docMk/>
            <pc:sldMk cId="2897501157" sldId="270"/>
            <ac:spMk id="7" creationId="{5ACA6224-4A01-AA90-B785-2A7EE3741DFC}"/>
          </ac:spMkLst>
        </pc:spChg>
        <pc:spChg chg="mod">
          <ac:chgData name="Schilling Sabine HSLU W" userId="b0e2af5c-9187-4900-883a-c96514cd8e15" providerId="ADAL" clId="{5E51067F-94D7-505D-9735-0698788361AC}" dt="2026-05-04T12:02:13.680" v="898" actId="20577"/>
          <ac:spMkLst>
            <pc:docMk/>
            <pc:sldMk cId="2897501157" sldId="270"/>
            <ac:spMk id="8" creationId="{F2F64B86-B98D-B012-9DE3-7AA5AAD7FF24}"/>
          </ac:spMkLst>
        </pc:spChg>
        <pc:spChg chg="add mod">
          <ac:chgData name="Schilling Sabine HSLU W" userId="b0e2af5c-9187-4900-883a-c96514cd8e15" providerId="ADAL" clId="{5E51067F-94D7-505D-9735-0698788361AC}" dt="2026-05-04T11:35:07.644" v="544" actId="20577"/>
          <ac:spMkLst>
            <pc:docMk/>
            <pc:sldMk cId="2897501157" sldId="270"/>
            <ac:spMk id="9" creationId="{B38FB260-FBC5-47B1-4701-4415BE688B01}"/>
          </ac:spMkLst>
        </pc:spChg>
        <pc:spChg chg="add mod">
          <ac:chgData name="Schilling Sabine HSLU W" userId="b0e2af5c-9187-4900-883a-c96514cd8e15" providerId="ADAL" clId="{5E51067F-94D7-505D-9735-0698788361AC}" dt="2026-05-04T11:30:12.424" v="464"/>
          <ac:spMkLst>
            <pc:docMk/>
            <pc:sldMk cId="2897501157" sldId="270"/>
            <ac:spMk id="11" creationId="{7F920C18-98CA-4C0F-4B66-C4ABBF5FB0B9}"/>
          </ac:spMkLst>
        </pc:spChg>
        <pc:spChg chg="add mod">
          <ac:chgData name="Schilling Sabine HSLU W" userId="b0e2af5c-9187-4900-883a-c96514cd8e15" providerId="ADAL" clId="{5E51067F-94D7-505D-9735-0698788361AC}" dt="2026-05-04T11:31:28.414" v="466"/>
          <ac:spMkLst>
            <pc:docMk/>
            <pc:sldMk cId="2897501157" sldId="270"/>
            <ac:spMk id="12" creationId="{B91EBC38-002C-294A-5F2E-27182FB12F5C}"/>
          </ac:spMkLst>
        </pc:spChg>
        <pc:spChg chg="add del mod">
          <ac:chgData name="Schilling Sabine HSLU W" userId="b0e2af5c-9187-4900-883a-c96514cd8e15" providerId="ADAL" clId="{5E51067F-94D7-505D-9735-0698788361AC}" dt="2026-05-04T12:02:08.834" v="897" actId="478"/>
          <ac:spMkLst>
            <pc:docMk/>
            <pc:sldMk cId="2897501157" sldId="270"/>
            <ac:spMk id="13" creationId="{F9272AF7-1F61-3FB1-B2C0-F2D6A5309857}"/>
          </ac:spMkLst>
        </pc:spChg>
        <pc:spChg chg="add del mod">
          <ac:chgData name="Schilling Sabine HSLU W" userId="b0e2af5c-9187-4900-883a-c96514cd8e15" providerId="ADAL" clId="{5E51067F-94D7-505D-9735-0698788361AC}" dt="2026-05-04T12:02:02.492" v="896" actId="478"/>
          <ac:spMkLst>
            <pc:docMk/>
            <pc:sldMk cId="2897501157" sldId="270"/>
            <ac:spMk id="14" creationId="{3C33620C-A380-9077-4DCF-1C5E9B81BB91}"/>
          </ac:spMkLst>
        </pc:spChg>
        <pc:spChg chg="add mod">
          <ac:chgData name="Schilling Sabine HSLU W" userId="b0e2af5c-9187-4900-883a-c96514cd8e15" providerId="ADAL" clId="{5E51067F-94D7-505D-9735-0698788361AC}" dt="2026-05-04T12:03:02.046" v="908"/>
          <ac:spMkLst>
            <pc:docMk/>
            <pc:sldMk cId="2897501157" sldId="270"/>
            <ac:spMk id="15" creationId="{DE0ECB97-7F71-1D3A-D20E-DB3E0FDA43DD}"/>
          </ac:spMkLst>
        </pc:spChg>
        <pc:spChg chg="mod">
          <ac:chgData name="Schilling Sabine HSLU W" userId="b0e2af5c-9187-4900-883a-c96514cd8e15" providerId="ADAL" clId="{5E51067F-94D7-505D-9735-0698788361AC}" dt="2026-05-04T12:02:13.680" v="898" actId="20577"/>
          <ac:spMkLst>
            <pc:docMk/>
            <pc:sldMk cId="2897501157" sldId="270"/>
            <ac:spMk id="19" creationId="{84ED9AE0-A68E-27CD-8722-CE39E58FD04B}"/>
          </ac:spMkLst>
        </pc:spChg>
        <pc:spChg chg="mod">
          <ac:chgData name="Schilling Sabine HSLU W" userId="b0e2af5c-9187-4900-883a-c96514cd8e15" providerId="ADAL" clId="{5E51067F-94D7-505D-9735-0698788361AC}" dt="2026-05-04T12:02:13.680" v="898" actId="20577"/>
          <ac:spMkLst>
            <pc:docMk/>
            <pc:sldMk cId="2897501157" sldId="270"/>
            <ac:spMk id="36" creationId="{A7586868-99DC-EF12-97A7-763AC8495D52}"/>
          </ac:spMkLst>
        </pc:spChg>
        <pc:spChg chg="mod">
          <ac:chgData name="Schilling Sabine HSLU W" userId="b0e2af5c-9187-4900-883a-c96514cd8e15" providerId="ADAL" clId="{5E51067F-94D7-505D-9735-0698788361AC}" dt="2026-05-04T12:02:13.680" v="898" actId="20577"/>
          <ac:spMkLst>
            <pc:docMk/>
            <pc:sldMk cId="2897501157" sldId="270"/>
            <ac:spMk id="40" creationId="{ACE973C8-BADF-3D6C-572B-80B1C47A21EB}"/>
          </ac:spMkLst>
        </pc:spChg>
        <pc:grpChg chg="mod">
          <ac:chgData name="Schilling Sabine HSLU W" userId="b0e2af5c-9187-4900-883a-c96514cd8e15" providerId="ADAL" clId="{5E51067F-94D7-505D-9735-0698788361AC}" dt="2026-05-04T12:02:13.680" v="898" actId="20577"/>
          <ac:grpSpMkLst>
            <pc:docMk/>
            <pc:sldMk cId="2897501157" sldId="270"/>
            <ac:grpSpMk id="47" creationId="{C5429D89-858D-4955-FECE-9612A3B8384D}"/>
          </ac:grpSpMkLst>
        </pc:grpChg>
        <pc:cxnChg chg="mod">
          <ac:chgData name="Schilling Sabine HSLU W" userId="b0e2af5c-9187-4900-883a-c96514cd8e15" providerId="ADAL" clId="{5E51067F-94D7-505D-9735-0698788361AC}" dt="2026-05-04T12:02:13.680" v="898" actId="20577"/>
          <ac:cxnSpMkLst>
            <pc:docMk/>
            <pc:sldMk cId="2897501157" sldId="270"/>
            <ac:cxnSpMk id="2" creationId="{F51B80B4-465E-A8C8-F532-2C4261325255}"/>
          </ac:cxnSpMkLst>
        </pc:cxnChg>
        <pc:cxnChg chg="add mod">
          <ac:chgData name="Schilling Sabine HSLU W" userId="b0e2af5c-9187-4900-883a-c96514cd8e15" providerId="ADAL" clId="{5E51067F-94D7-505D-9735-0698788361AC}" dt="2026-05-04T11:30:00.514" v="462" actId="1076"/>
          <ac:cxnSpMkLst>
            <pc:docMk/>
            <pc:sldMk cId="2897501157" sldId="270"/>
            <ac:cxnSpMk id="10" creationId="{6D942ABD-1DA4-614B-45D0-A3ABB37F3D71}"/>
          </ac:cxnSpMkLst>
        </pc:cxnChg>
        <pc:cxnChg chg="mod">
          <ac:chgData name="Schilling Sabine HSLU W" userId="b0e2af5c-9187-4900-883a-c96514cd8e15" providerId="ADAL" clId="{5E51067F-94D7-505D-9735-0698788361AC}" dt="2026-05-04T12:02:13.680" v="898" actId="20577"/>
          <ac:cxnSpMkLst>
            <pc:docMk/>
            <pc:sldMk cId="2897501157" sldId="270"/>
            <ac:cxnSpMk id="35" creationId="{9921E0F5-DA65-AA28-0AA9-E14599087B90}"/>
          </ac:cxnSpMkLst>
        </pc:cxnChg>
        <pc:cxnChg chg="mod">
          <ac:chgData name="Schilling Sabine HSLU W" userId="b0e2af5c-9187-4900-883a-c96514cd8e15" providerId="ADAL" clId="{5E51067F-94D7-505D-9735-0698788361AC}" dt="2026-05-04T12:02:13.680" v="898" actId="20577"/>
          <ac:cxnSpMkLst>
            <pc:docMk/>
            <pc:sldMk cId="2897501157" sldId="270"/>
            <ac:cxnSpMk id="37" creationId="{F2E86E26-6ED6-B4A4-2956-09738F3D65DE}"/>
          </ac:cxnSpMkLst>
        </pc:cxnChg>
      </pc:sldChg>
      <pc:sldChg chg="addSp delSp modSp add del mod">
        <pc:chgData name="Schilling Sabine HSLU W" userId="b0e2af5c-9187-4900-883a-c96514cd8e15" providerId="ADAL" clId="{5E51067F-94D7-505D-9735-0698788361AC}" dt="2026-05-04T12:44:37.298" v="1180" actId="2696"/>
        <pc:sldMkLst>
          <pc:docMk/>
          <pc:sldMk cId="1319703547" sldId="271"/>
        </pc:sldMkLst>
        <pc:spChg chg="mod">
          <ac:chgData name="Schilling Sabine HSLU W" userId="b0e2af5c-9187-4900-883a-c96514cd8e15" providerId="ADAL" clId="{5E51067F-94D7-505D-9735-0698788361AC}" dt="2026-05-04T12:24:39.807" v="1135" actId="1076"/>
          <ac:spMkLst>
            <pc:docMk/>
            <pc:sldMk cId="1319703547" sldId="271"/>
            <ac:spMk id="3" creationId="{78887C92-DBF7-0760-366A-009857DDC553}"/>
          </ac:spMkLst>
        </pc:spChg>
        <pc:spChg chg="mod">
          <ac:chgData name="Schilling Sabine HSLU W" userId="b0e2af5c-9187-4900-883a-c96514cd8e15" providerId="ADAL" clId="{5E51067F-94D7-505D-9735-0698788361AC}" dt="2026-05-04T12:25:39.935" v="1140" actId="20577"/>
          <ac:spMkLst>
            <pc:docMk/>
            <pc:sldMk cId="1319703547" sldId="271"/>
            <ac:spMk id="4" creationId="{4B94E6ED-EA26-03FA-C422-6AF89A6A6511}"/>
          </ac:spMkLst>
        </pc:spChg>
        <pc:spChg chg="mod">
          <ac:chgData name="Schilling Sabine HSLU W" userId="b0e2af5c-9187-4900-883a-c96514cd8e15" providerId="ADAL" clId="{5E51067F-94D7-505D-9735-0698788361AC}" dt="2026-05-04T12:05:56.398" v="977" actId="1076"/>
          <ac:spMkLst>
            <pc:docMk/>
            <pc:sldMk cId="1319703547" sldId="271"/>
            <ac:spMk id="5" creationId="{A9530028-FE3C-94CB-195A-E6E863D02842}"/>
          </ac:spMkLst>
        </pc:spChg>
        <pc:spChg chg="mod topLvl">
          <ac:chgData name="Schilling Sabine HSLU W" userId="b0e2af5c-9187-4900-883a-c96514cd8e15" providerId="ADAL" clId="{5E51067F-94D7-505D-9735-0698788361AC}" dt="2026-05-04T12:25:40.099" v="1141" actId="20577"/>
          <ac:spMkLst>
            <pc:docMk/>
            <pc:sldMk cId="1319703547" sldId="271"/>
            <ac:spMk id="6" creationId="{AAECE821-6FC3-2ADF-964F-1A3C2DF194C0}"/>
          </ac:spMkLst>
        </pc:spChg>
        <pc:spChg chg="mod topLvl">
          <ac:chgData name="Schilling Sabine HSLU W" userId="b0e2af5c-9187-4900-883a-c96514cd8e15" providerId="ADAL" clId="{5E51067F-94D7-505D-9735-0698788361AC}" dt="2026-05-04T12:27:35.238" v="1147" actId="465"/>
          <ac:spMkLst>
            <pc:docMk/>
            <pc:sldMk cId="1319703547" sldId="271"/>
            <ac:spMk id="7" creationId="{7934AC28-2236-344E-9E1F-AEB426F67267}"/>
          </ac:spMkLst>
        </pc:spChg>
        <pc:spChg chg="mod topLvl">
          <ac:chgData name="Schilling Sabine HSLU W" userId="b0e2af5c-9187-4900-883a-c96514cd8e15" providerId="ADAL" clId="{5E51067F-94D7-505D-9735-0698788361AC}" dt="2026-05-04T12:20:10.590" v="1115" actId="20577"/>
          <ac:spMkLst>
            <pc:docMk/>
            <pc:sldMk cId="1319703547" sldId="271"/>
            <ac:spMk id="8" creationId="{E2911FD4-BB20-9FF4-E0B5-BEA92BCCC9EB}"/>
          </ac:spMkLst>
        </pc:spChg>
        <pc:spChg chg="mod">
          <ac:chgData name="Schilling Sabine HSLU W" userId="b0e2af5c-9187-4900-883a-c96514cd8e15" providerId="ADAL" clId="{5E51067F-94D7-505D-9735-0698788361AC}" dt="2026-05-04T12:25:42.891" v="1142" actId="20577"/>
          <ac:spMkLst>
            <pc:docMk/>
            <pc:sldMk cId="1319703547" sldId="271"/>
            <ac:spMk id="9" creationId="{9F8862E7-8A70-598A-DCBC-086EDE00F16D}"/>
          </ac:spMkLst>
        </pc:spChg>
        <pc:spChg chg="mod">
          <ac:chgData name="Schilling Sabine HSLU W" userId="b0e2af5c-9187-4900-883a-c96514cd8e15" providerId="ADAL" clId="{5E51067F-94D7-505D-9735-0698788361AC}" dt="2026-05-04T12:30:26.772" v="1167" actId="167"/>
          <ac:spMkLst>
            <pc:docMk/>
            <pc:sldMk cId="1319703547" sldId="271"/>
            <ac:spMk id="15" creationId="{DA4AD8CE-790F-4624-7569-6156DCA5B8B7}"/>
          </ac:spMkLst>
        </pc:spChg>
        <pc:spChg chg="mod topLvl">
          <ac:chgData name="Schilling Sabine HSLU W" userId="b0e2af5c-9187-4900-883a-c96514cd8e15" providerId="ADAL" clId="{5E51067F-94D7-505D-9735-0698788361AC}" dt="2026-05-04T12:21:50.260" v="1129" actId="20577"/>
          <ac:spMkLst>
            <pc:docMk/>
            <pc:sldMk cId="1319703547" sldId="271"/>
            <ac:spMk id="19" creationId="{6B1AD94A-8014-8AA9-0BB8-1222F9EFAFE2}"/>
          </ac:spMkLst>
        </pc:spChg>
        <pc:spChg chg="mod topLvl">
          <ac:chgData name="Schilling Sabine HSLU W" userId="b0e2af5c-9187-4900-883a-c96514cd8e15" providerId="ADAL" clId="{5E51067F-94D7-505D-9735-0698788361AC}" dt="2026-05-04T12:18:21.611" v="1074" actId="1076"/>
          <ac:spMkLst>
            <pc:docMk/>
            <pc:sldMk cId="1319703547" sldId="271"/>
            <ac:spMk id="36" creationId="{44247DA4-7503-A105-CF48-3EF1E9F41023}"/>
          </ac:spMkLst>
        </pc:spChg>
        <pc:spChg chg="mod topLvl">
          <ac:chgData name="Schilling Sabine HSLU W" userId="b0e2af5c-9187-4900-883a-c96514cd8e15" providerId="ADAL" clId="{5E51067F-94D7-505D-9735-0698788361AC}" dt="2026-05-04T12:21:07.194" v="1126" actId="14100"/>
          <ac:spMkLst>
            <pc:docMk/>
            <pc:sldMk cId="1319703547" sldId="271"/>
            <ac:spMk id="40" creationId="{EFD11876-6D02-1F33-0112-EAB97F450AC7}"/>
          </ac:spMkLst>
        </pc:spChg>
        <pc:grpChg chg="add mod">
          <ac:chgData name="Schilling Sabine HSLU W" userId="b0e2af5c-9187-4900-883a-c96514cd8e15" providerId="ADAL" clId="{5E51067F-94D7-505D-9735-0698788361AC}" dt="2026-05-04T12:28:12.574" v="1153" actId="1076"/>
          <ac:grpSpMkLst>
            <pc:docMk/>
            <pc:sldMk cId="1319703547" sldId="271"/>
            <ac:grpSpMk id="26" creationId="{4AEF16A7-43D3-8BFE-79FF-0F8B471BD9B7}"/>
          </ac:grpSpMkLst>
        </pc:grpChg>
        <pc:grpChg chg="del">
          <ac:chgData name="Schilling Sabine HSLU W" userId="b0e2af5c-9187-4900-883a-c96514cd8e15" providerId="ADAL" clId="{5E51067F-94D7-505D-9735-0698788361AC}" dt="2026-05-04T12:04:11.375" v="911" actId="165"/>
          <ac:grpSpMkLst>
            <pc:docMk/>
            <pc:sldMk cId="1319703547" sldId="271"/>
            <ac:grpSpMk id="47" creationId="{81197DC7-CF54-27CA-CB4E-333CBEFEAF87}"/>
          </ac:grpSpMkLst>
        </pc:grpChg>
        <pc:cxnChg chg="mod topLvl">
          <ac:chgData name="Schilling Sabine HSLU W" userId="b0e2af5c-9187-4900-883a-c96514cd8e15" providerId="ADAL" clId="{5E51067F-94D7-505D-9735-0698788361AC}" dt="2026-05-04T12:28:50.342" v="1159" actId="1036"/>
          <ac:cxnSpMkLst>
            <pc:docMk/>
            <pc:sldMk cId="1319703547" sldId="271"/>
            <ac:cxnSpMk id="2" creationId="{7FC03C23-0D9F-912A-3CD3-D3149BFC0012}"/>
          </ac:cxnSpMkLst>
        </pc:cxnChg>
        <pc:cxnChg chg="mod">
          <ac:chgData name="Schilling Sabine HSLU W" userId="b0e2af5c-9187-4900-883a-c96514cd8e15" providerId="ADAL" clId="{5E51067F-94D7-505D-9735-0698788361AC}" dt="2026-05-04T12:29:20.707" v="1166" actId="14100"/>
          <ac:cxnSpMkLst>
            <pc:docMk/>
            <pc:sldMk cId="1319703547" sldId="271"/>
            <ac:cxnSpMk id="10" creationId="{1335A4DE-1A38-7903-0855-D17D223F10DC}"/>
          </ac:cxnSpMkLst>
        </pc:cxnChg>
        <pc:cxnChg chg="add mod">
          <ac:chgData name="Schilling Sabine HSLU W" userId="b0e2af5c-9187-4900-883a-c96514cd8e15" providerId="ADAL" clId="{5E51067F-94D7-505D-9735-0698788361AC}" dt="2026-05-04T12:29:16.341" v="1165" actId="14100"/>
          <ac:cxnSpMkLst>
            <pc:docMk/>
            <pc:sldMk cId="1319703547" sldId="271"/>
            <ac:cxnSpMk id="16" creationId="{2F4FC44B-5086-1E00-2657-A78DA5BAF3A4}"/>
          </ac:cxnSpMkLst>
        </pc:cxnChg>
        <pc:cxnChg chg="mod topLvl">
          <ac:chgData name="Schilling Sabine HSLU W" userId="b0e2af5c-9187-4900-883a-c96514cd8e15" providerId="ADAL" clId="{5E51067F-94D7-505D-9735-0698788361AC}" dt="2026-05-04T12:18:21.611" v="1074" actId="1076"/>
          <ac:cxnSpMkLst>
            <pc:docMk/>
            <pc:sldMk cId="1319703547" sldId="271"/>
            <ac:cxnSpMk id="35" creationId="{E96EDC80-DEFC-96D7-BC25-CB4A81FCCF88}"/>
          </ac:cxnSpMkLst>
        </pc:cxnChg>
        <pc:cxnChg chg="mod topLvl">
          <ac:chgData name="Schilling Sabine HSLU W" userId="b0e2af5c-9187-4900-883a-c96514cd8e15" providerId="ADAL" clId="{5E51067F-94D7-505D-9735-0698788361AC}" dt="2026-05-04T12:18:21.611" v="1074" actId="1076"/>
          <ac:cxnSpMkLst>
            <pc:docMk/>
            <pc:sldMk cId="1319703547" sldId="271"/>
            <ac:cxnSpMk id="37" creationId="{23FC1AFF-A2BD-85AF-7F28-92DD6B768A93}"/>
          </ac:cxnSpMkLst>
        </pc:cxnChg>
      </pc:sldChg>
      <pc:sldChg chg="modSp add del mod">
        <pc:chgData name="Schilling Sabine HSLU W" userId="b0e2af5c-9187-4900-883a-c96514cd8e15" providerId="ADAL" clId="{5E51067F-94D7-505D-9735-0698788361AC}" dt="2026-05-04T12:44:38.741" v="1181" actId="2696"/>
        <pc:sldMkLst>
          <pc:docMk/>
          <pc:sldMk cId="1182159817" sldId="272"/>
        </pc:sldMkLst>
        <pc:spChg chg="mod">
          <ac:chgData name="Schilling Sabine HSLU W" userId="b0e2af5c-9187-4900-883a-c96514cd8e15" providerId="ADAL" clId="{5E51067F-94D7-505D-9735-0698788361AC}" dt="2026-05-04T12:43:40.486" v="1176" actId="1076"/>
          <ac:spMkLst>
            <pc:docMk/>
            <pc:sldMk cId="1182159817" sldId="272"/>
            <ac:spMk id="3" creationId="{78887C92-DBF7-0760-366A-009857DDC553}"/>
          </ac:spMkLst>
        </pc:spChg>
        <pc:spChg chg="mod">
          <ac:chgData name="Schilling Sabine HSLU W" userId="b0e2af5c-9187-4900-883a-c96514cd8e15" providerId="ADAL" clId="{5E51067F-94D7-505D-9735-0698788361AC}" dt="2026-05-04T12:43:12.538" v="1170" actId="1076"/>
          <ac:spMkLst>
            <pc:docMk/>
            <pc:sldMk cId="1182159817" sldId="272"/>
            <ac:spMk id="19" creationId="{6B1AD94A-8014-8AA9-0BB8-1222F9EFAFE2}"/>
          </ac:spMkLst>
        </pc:spChg>
      </pc:sldChg>
      <pc:sldChg chg="addSp delSp modSp add mod">
        <pc:chgData name="Schilling Sabine HSLU W" userId="b0e2af5c-9187-4900-883a-c96514cd8e15" providerId="ADAL" clId="{5E51067F-94D7-505D-9735-0698788361AC}" dt="2026-05-04T13:33:08.542" v="1555" actId="1076"/>
        <pc:sldMkLst>
          <pc:docMk/>
          <pc:sldMk cId="211450528" sldId="273"/>
        </pc:sldMkLst>
        <pc:spChg chg="del mod">
          <ac:chgData name="Schilling Sabine HSLU W" userId="b0e2af5c-9187-4900-883a-c96514cd8e15" providerId="ADAL" clId="{5E51067F-94D7-505D-9735-0698788361AC}" dt="2026-05-04T13:31:42.167" v="1509" actId="478"/>
          <ac:spMkLst>
            <pc:docMk/>
            <pc:sldMk cId="211450528" sldId="273"/>
            <ac:spMk id="3" creationId="{5A452548-7E2F-047A-41EE-0332CA3ED7F5}"/>
          </ac:spMkLst>
        </pc:spChg>
        <pc:spChg chg="del mod topLvl">
          <ac:chgData name="Schilling Sabine HSLU W" userId="b0e2af5c-9187-4900-883a-c96514cd8e15" providerId="ADAL" clId="{5E51067F-94D7-505D-9735-0698788361AC}" dt="2026-05-04T13:29:56.562" v="1427" actId="478"/>
          <ac:spMkLst>
            <pc:docMk/>
            <pc:sldMk cId="211450528" sldId="273"/>
            <ac:spMk id="4" creationId="{288B1966-71E2-3B72-2BE2-39B36F8EAD67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5" creationId="{746F3D3D-30AE-C976-B294-DB7D9B8FB409}"/>
          </ac:spMkLst>
        </pc:spChg>
        <pc:spChg chg="mod topLvl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6" creationId="{C52BE3A2-0408-78DD-3115-287BDBDD4277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7" creationId="{283DBAF9-59AF-350E-62E3-D9DC7ADACC0D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8" creationId="{B1B10A6C-E857-2AC7-9CD4-9F6187F56B57}"/>
          </ac:spMkLst>
        </pc:spChg>
        <pc:spChg chg="mod">
          <ac:chgData name="Schilling Sabine HSLU W" userId="b0e2af5c-9187-4900-883a-c96514cd8e15" providerId="ADAL" clId="{5E51067F-94D7-505D-9735-0698788361AC}" dt="2026-05-04T13:32:53.642" v="1554" actId="20577"/>
          <ac:spMkLst>
            <pc:docMk/>
            <pc:sldMk cId="211450528" sldId="273"/>
            <ac:spMk id="9" creationId="{7C5757D2-6CA8-B513-DC52-7F09F857A4C7}"/>
          </ac:spMkLst>
        </pc:spChg>
        <pc:spChg chg="add 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12" creationId="{C1981550-83BB-9397-710A-8F2694DD3EA9}"/>
          </ac:spMkLst>
        </pc:spChg>
        <pc:spChg chg="add del mod">
          <ac:chgData name="Schilling Sabine HSLU W" userId="b0e2af5c-9187-4900-883a-c96514cd8e15" providerId="ADAL" clId="{5E51067F-94D7-505D-9735-0698788361AC}" dt="2026-05-04T12:45:48.030" v="1185" actId="478"/>
          <ac:spMkLst>
            <pc:docMk/>
            <pc:sldMk cId="211450528" sldId="273"/>
            <ac:spMk id="15" creationId="{3537A5B2-7004-F4AD-61AE-5A96C807F564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19" creationId="{5B16A604-2B7C-E85E-0A91-CC96741BDB01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36" creationId="{85AF650F-788E-C688-388F-D4F5F7ACE59B}"/>
          </ac:spMkLst>
        </pc:spChg>
        <pc:spChg chg="mod">
          <ac:chgData name="Schilling Sabine HSLU W" userId="b0e2af5c-9187-4900-883a-c96514cd8e15" providerId="ADAL" clId="{5E51067F-94D7-505D-9735-0698788361AC}" dt="2026-05-04T13:32:50.032" v="1548" actId="20577"/>
          <ac:spMkLst>
            <pc:docMk/>
            <pc:sldMk cId="211450528" sldId="273"/>
            <ac:spMk id="40" creationId="{24589715-130D-1803-FC06-FD5A8DB9FD73}"/>
          </ac:spMkLst>
        </pc:spChg>
        <pc:spChg chg="add mod">
          <ac:chgData name="Schilling Sabine HSLU W" userId="b0e2af5c-9187-4900-883a-c96514cd8e15" providerId="ADAL" clId="{5E51067F-94D7-505D-9735-0698788361AC}" dt="2026-05-04T13:26:49.900" v="1418" actId="767"/>
          <ac:spMkLst>
            <pc:docMk/>
            <pc:sldMk cId="211450528" sldId="273"/>
            <ac:spMk id="52" creationId="{D4B53032-722F-1B47-4853-163C28750E01}"/>
          </ac:spMkLst>
        </pc:spChg>
        <pc:grpChg chg="add del mod">
          <ac:chgData name="Schilling Sabine HSLU W" userId="b0e2af5c-9187-4900-883a-c96514cd8e15" providerId="ADAL" clId="{5E51067F-94D7-505D-9735-0698788361AC}" dt="2026-05-04T13:29:56.562" v="1427" actId="478"/>
          <ac:grpSpMkLst>
            <pc:docMk/>
            <pc:sldMk cId="211450528" sldId="273"/>
            <ac:grpSpMk id="11" creationId="{993841D5-8F71-5814-5A84-23B51192E926}"/>
          </ac:grpSpMkLst>
        </pc:grpChg>
        <pc:grpChg chg="add del">
          <ac:chgData name="Schilling Sabine HSLU W" userId="b0e2af5c-9187-4900-883a-c96514cd8e15" providerId="ADAL" clId="{5E51067F-94D7-505D-9735-0698788361AC}" dt="2026-05-04T12:46:16.180" v="1188" actId="165"/>
          <ac:grpSpMkLst>
            <pc:docMk/>
            <pc:sldMk cId="211450528" sldId="273"/>
            <ac:grpSpMk id="26" creationId="{9A1C2021-1AD9-601B-4B38-6901F6A8E8BC}"/>
          </ac:grpSpMkLst>
        </pc:grpChg>
        <pc:grpChg chg="add mod">
          <ac:chgData name="Schilling Sabine HSLU W" userId="b0e2af5c-9187-4900-883a-c96514cd8e15" providerId="ADAL" clId="{5E51067F-94D7-505D-9735-0698788361AC}" dt="2026-05-04T13:33:08.542" v="1555" actId="1076"/>
          <ac:grpSpMkLst>
            <pc:docMk/>
            <pc:sldMk cId="211450528" sldId="273"/>
            <ac:grpSpMk id="51" creationId="{44770507-76CA-649E-2FC1-1F7141E749B8}"/>
          </ac:grpSpMkLst>
        </pc:grpChg>
        <pc:cxnChg chg="mod">
          <ac:chgData name="Schilling Sabine HSLU W" userId="b0e2af5c-9187-4900-883a-c96514cd8e15" providerId="ADAL" clId="{5E51067F-94D7-505D-9735-0698788361AC}" dt="2026-05-04T13:28:57.693" v="1423" actId="1076"/>
          <ac:cxnSpMkLst>
            <pc:docMk/>
            <pc:sldMk cId="211450528" sldId="273"/>
            <ac:cxnSpMk id="2" creationId="{3C415C7F-748B-C1ED-EE4E-BD64FBAA5934}"/>
          </ac:cxnSpMkLst>
        </pc:cxnChg>
        <pc:cxnChg chg="mod">
          <ac:chgData name="Schilling Sabine HSLU W" userId="b0e2af5c-9187-4900-883a-c96514cd8e15" providerId="ADAL" clId="{5E51067F-94D7-505D-9735-0698788361AC}" dt="2026-05-04T13:15:36.033" v="1388" actId="20577"/>
          <ac:cxnSpMkLst>
            <pc:docMk/>
            <pc:sldMk cId="211450528" sldId="273"/>
            <ac:cxnSpMk id="10" creationId="{70C9F5FC-AF03-27DA-5350-C58CCEDDBC03}"/>
          </ac:cxnSpMkLst>
        </pc:cxnChg>
        <pc:cxnChg chg="mod">
          <ac:chgData name="Schilling Sabine HSLU W" userId="b0e2af5c-9187-4900-883a-c96514cd8e15" providerId="ADAL" clId="{5E51067F-94D7-505D-9735-0698788361AC}" dt="2026-05-04T13:03:32.506" v="1370" actId="14100"/>
          <ac:cxnSpMkLst>
            <pc:docMk/>
            <pc:sldMk cId="211450528" sldId="273"/>
            <ac:cxnSpMk id="16" creationId="{3DDE1A43-F7C7-70FB-7017-DCD87C3E884D}"/>
          </ac:cxnSpMkLst>
        </pc:cxnChg>
        <pc:cxnChg chg="del mod">
          <ac:chgData name="Schilling Sabine HSLU W" userId="b0e2af5c-9187-4900-883a-c96514cd8e15" providerId="ADAL" clId="{5E51067F-94D7-505D-9735-0698788361AC}" dt="2026-05-04T13:01:57.847" v="1358" actId="478"/>
          <ac:cxnSpMkLst>
            <pc:docMk/>
            <pc:sldMk cId="211450528" sldId="273"/>
            <ac:cxnSpMk id="35" creationId="{6C009D71-461A-726A-6D11-D131CFC4B15E}"/>
          </ac:cxnSpMkLst>
        </pc:cxnChg>
        <pc:cxnChg chg="mod">
          <ac:chgData name="Schilling Sabine HSLU W" userId="b0e2af5c-9187-4900-883a-c96514cd8e15" providerId="ADAL" clId="{5E51067F-94D7-505D-9735-0698788361AC}" dt="2026-05-04T13:05:42.660" v="1386" actId="14100"/>
          <ac:cxnSpMkLst>
            <pc:docMk/>
            <pc:sldMk cId="211450528" sldId="273"/>
            <ac:cxnSpMk id="37" creationId="{39566372-3240-2CF2-23D0-16FAC566260E}"/>
          </ac:cxnSpMkLst>
        </pc:cxnChg>
        <pc:cxnChg chg="add mod">
          <ac:chgData name="Schilling Sabine HSLU W" userId="b0e2af5c-9187-4900-883a-c96514cd8e15" providerId="ADAL" clId="{5E51067F-94D7-505D-9735-0698788361AC}" dt="2026-05-04T13:04:03.928" v="1375" actId="1076"/>
          <ac:cxnSpMkLst>
            <pc:docMk/>
            <pc:sldMk cId="211450528" sldId="273"/>
            <ac:cxnSpMk id="49" creationId="{B5C5DBDB-04E0-3BA1-F10B-880665C4834B}"/>
          </ac:cxnSpMkLst>
        </pc:cxnChg>
      </pc:sldChg>
      <pc:sldChg chg="addSp delSp modSp new del mod">
        <pc:chgData name="Schilling Sabine HSLU W" userId="b0e2af5c-9187-4900-883a-c96514cd8e15" providerId="ADAL" clId="{5E51067F-94D7-505D-9735-0698788361AC}" dt="2026-05-04T13:26:33.654" v="1416" actId="2696"/>
        <pc:sldMkLst>
          <pc:docMk/>
          <pc:sldMk cId="3188828130" sldId="274"/>
        </pc:sldMkLst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3" creationId="{89B0B983-4591-21D1-27F7-CF26085CD5A2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4" creationId="{20C935F0-8380-633B-0F74-A1F2C2941773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6" creationId="{AF52B51F-91CC-1543-E601-F4DF1C3EBB96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7" creationId="{BBBE8FEE-1F88-C7A7-BB64-7185B8F73EC2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9" creationId="{8C2A18D0-1C0A-0BC5-DCE8-1CCF52A9A928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11" creationId="{92A7E006-E153-C3BB-8ED1-80F482C496E0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12" creationId="{C3F11821-FFE7-2892-5B8C-02209DBF6DF7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14" creationId="{FEDD7B9B-A50E-F1CD-6387-40C6B08FB6B6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18" creationId="{3D09B8F6-95DF-13E6-6BE6-B4BFD7DCB775}"/>
          </ac:spMkLst>
        </pc:spChg>
        <pc:spChg chg="mod">
          <ac:chgData name="Schilling Sabine HSLU W" userId="b0e2af5c-9187-4900-883a-c96514cd8e15" providerId="ADAL" clId="{5E51067F-94D7-505D-9735-0698788361AC}" dt="2026-05-04T13:26:24.992" v="1414"/>
          <ac:spMkLst>
            <pc:docMk/>
            <pc:sldMk cId="3188828130" sldId="274"/>
            <ac:spMk id="19" creationId="{C3B90691-D125-CB4E-8EE1-941826EE7623}"/>
          </ac:spMkLst>
        </pc:spChg>
        <pc:grpChg chg="del">
          <ac:chgData name="Schilling Sabine HSLU W" userId="b0e2af5c-9187-4900-883a-c96514cd8e15" providerId="ADAL" clId="{5E51067F-94D7-505D-9735-0698788361AC}" dt="2026-05-04T13:26:29.833" v="1415" actId="478"/>
          <ac:grpSpMkLst>
            <pc:docMk/>
            <pc:sldMk cId="3188828130" sldId="274"/>
            <ac:grpSpMk id="2" creationId="{2BB919FF-B2BB-0414-A9F3-A098725809BD}"/>
          </ac:grpSpMkLst>
        </pc:grpChg>
        <pc:cxnChg chg="mod">
          <ac:chgData name="Schilling Sabine HSLU W" userId="b0e2af5c-9187-4900-883a-c96514cd8e15" providerId="ADAL" clId="{5E51067F-94D7-505D-9735-0698788361AC}" dt="2026-05-04T13:26:29.833" v="1415" actId="478"/>
          <ac:cxnSpMkLst>
            <pc:docMk/>
            <pc:sldMk cId="3188828130" sldId="274"/>
            <ac:cxnSpMk id="8" creationId="{9A71E3B4-B1CF-ADEC-81BB-7CA19571DD10}"/>
          </ac:cxnSpMkLst>
        </pc:cxnChg>
        <pc:cxnChg chg="mod">
          <ac:chgData name="Schilling Sabine HSLU W" userId="b0e2af5c-9187-4900-883a-c96514cd8e15" providerId="ADAL" clId="{5E51067F-94D7-505D-9735-0698788361AC}" dt="2026-05-04T13:26:29.833" v="1415" actId="478"/>
          <ac:cxnSpMkLst>
            <pc:docMk/>
            <pc:sldMk cId="3188828130" sldId="274"/>
            <ac:cxnSpMk id="10" creationId="{A5B7DAB5-0D27-DAE7-D9A3-B6EFA8D2F7BF}"/>
          </ac:cxnSpMkLst>
        </pc:cxnChg>
        <pc:cxnChg chg="mod">
          <ac:chgData name="Schilling Sabine HSLU W" userId="b0e2af5c-9187-4900-883a-c96514cd8e15" providerId="ADAL" clId="{5E51067F-94D7-505D-9735-0698788361AC}" dt="2026-05-04T13:26:29.833" v="1415" actId="478"/>
          <ac:cxnSpMkLst>
            <pc:docMk/>
            <pc:sldMk cId="3188828130" sldId="274"/>
            <ac:cxnSpMk id="15" creationId="{AF0D11B9-B89F-ADCB-9B7B-DA762EF6D14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387451"/>
            <a:chOff x="1360460" y="316483"/>
            <a:chExt cx="10665159" cy="3387451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</a:t>
              </a:r>
              <a:r>
                <a:rPr lang="en-GB" sz="1200" noProof="0" dirty="0" err="1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B16A604-2B7C-E85E-0A91-CC96741BDB01}"/>
                </a:ext>
              </a:extLst>
            </p:cNvPr>
            <p:cNvSpPr txBox="1"/>
            <p:nvPr/>
          </p:nvSpPr>
          <p:spPr>
            <a:xfrm>
              <a:off x="6193108" y="2508787"/>
              <a:ext cx="5719853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Simple linear regression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noProof="0" dirty="0" err="1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do_regression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=FALSE: Spearman/ Pearson correlation 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 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241151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469934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235934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9" y="2742787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</Words>
  <Application>Microsoft Macintosh PowerPoint</Application>
  <PresentationFormat>Breitbild</PresentationFormat>
  <Paragraphs>25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38</cp:revision>
  <dcterms:created xsi:type="dcterms:W3CDTF">2023-05-08T12:12:17Z</dcterms:created>
  <dcterms:modified xsi:type="dcterms:W3CDTF">2026-05-04T13:33:18Z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