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0" userDrawn="1">
          <p15:clr>
            <a:srgbClr val="A4A3A4"/>
          </p15:clr>
        </p15:guide>
        <p15:guide id="2" pos="4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5E399-1971-7C4E-955C-767C09A55F1B}" v="17" dt="2026-09-26T12:05:42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 showGuides="1">
      <p:cViewPr varScale="1">
        <p:scale>
          <a:sx n="84" d="100"/>
          <a:sy n="84" d="100"/>
        </p:scale>
        <p:origin x="768" y="184"/>
      </p:cViewPr>
      <p:guideLst>
        <p:guide orient="horz" pos="270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undo custSel mod addSld delSld modSld">
      <pc:chgData name="Schilling Sabine HSLU W" userId="b0e2af5c-9187-4900-883a-c96514cd8e15" providerId="ADAL" clId="{5E51067F-94D7-505D-9735-0698788361AC}" dt="2026-09-26T12:08:18.406" v="323" actId="1076"/>
      <pc:docMkLst>
        <pc:docMk/>
      </pc:docMkLst>
      <pc:sldChg chg="addSp delSp modSp mod">
        <pc:chgData name="Schilling Sabine HSLU W" userId="b0e2af5c-9187-4900-883a-c96514cd8e15" providerId="ADAL" clId="{5E51067F-94D7-505D-9735-0698788361AC}" dt="2026-09-26T12:08:18.406" v="323" actId="1076"/>
        <pc:sldMkLst>
          <pc:docMk/>
          <pc:sldMk cId="1529947454" sldId="256"/>
        </pc:sldMkLst>
        <pc:spChg chg="mod">
          <ac:chgData name="Schilling Sabine HSLU W" userId="b0e2af5c-9187-4900-883a-c96514cd8e15" providerId="ADAL" clId="{5E51067F-94D7-505D-9735-0698788361AC}" dt="2026-09-26T10:08:22.636" v="232" actId="20577"/>
          <ac:spMkLst>
            <pc:docMk/>
            <pc:sldMk cId="1529947454" sldId="256"/>
            <ac:spMk id="2" creationId="{0A0799B9-4270-46BC-9705-A98B292FFED7}"/>
          </ac:spMkLst>
        </pc:spChg>
        <pc:spChg chg="mod">
          <ac:chgData name="Schilling Sabine HSLU W" userId="b0e2af5c-9187-4900-883a-c96514cd8e15" providerId="ADAL" clId="{5E51067F-94D7-505D-9735-0698788361AC}" dt="2026-09-26T12:08:18.406" v="323" actId="1076"/>
          <ac:spMkLst>
            <pc:docMk/>
            <pc:sldMk cId="1529947454" sldId="256"/>
            <ac:spMk id="3" creationId="{1DE99BAE-8D97-4843-97CD-499C013633AE}"/>
          </ac:spMkLst>
        </pc:spChg>
        <pc:spChg chg="mod">
          <ac:chgData name="Schilling Sabine HSLU W" userId="b0e2af5c-9187-4900-883a-c96514cd8e15" providerId="ADAL" clId="{5E51067F-94D7-505D-9735-0698788361AC}" dt="2026-09-26T12:08:15.039" v="322" actId="1076"/>
          <ac:spMkLst>
            <pc:docMk/>
            <pc:sldMk cId="1529947454" sldId="256"/>
            <ac:spMk id="4" creationId="{6D97388F-8CF4-4FC6-A43E-6DBF896EC21F}"/>
          </ac:spMkLst>
        </pc:spChg>
        <pc:spChg chg="mod">
          <ac:chgData name="Schilling Sabine HSLU W" userId="b0e2af5c-9187-4900-883a-c96514cd8e15" providerId="ADAL" clId="{5E51067F-94D7-505D-9735-0698788361AC}" dt="2026-09-26T10:07:17.596" v="176" actId="1076"/>
          <ac:spMkLst>
            <pc:docMk/>
            <pc:sldMk cId="1529947454" sldId="256"/>
            <ac:spMk id="5" creationId="{B03ADE6A-CB15-42BA-B434-C2C5199D9A5B}"/>
          </ac:spMkLst>
        </pc:spChg>
        <pc:spChg chg="mod">
          <ac:chgData name="Schilling Sabine HSLU W" userId="b0e2af5c-9187-4900-883a-c96514cd8e15" providerId="ADAL" clId="{5E51067F-94D7-505D-9735-0698788361AC}" dt="2026-09-26T10:04:32.666" v="143" actId="14100"/>
          <ac:spMkLst>
            <pc:docMk/>
            <pc:sldMk cId="1529947454" sldId="256"/>
            <ac:spMk id="6" creationId="{84D895D6-47D3-48C1-9F4D-4127C9316747}"/>
          </ac:spMkLst>
        </pc:spChg>
        <pc:spChg chg="mod">
          <ac:chgData name="Schilling Sabine HSLU W" userId="b0e2af5c-9187-4900-883a-c96514cd8e15" providerId="ADAL" clId="{5E51067F-94D7-505D-9735-0698788361AC}" dt="2026-09-26T12:05:46.546" v="308" actId="1076"/>
          <ac:spMkLst>
            <pc:docMk/>
            <pc:sldMk cId="1529947454" sldId="256"/>
            <ac:spMk id="7" creationId="{FF691069-9D31-489A-AE96-14E115EDB280}"/>
          </ac:spMkLst>
        </pc:spChg>
        <pc:spChg chg="add del mod">
          <ac:chgData name="Schilling Sabine HSLU W" userId="b0e2af5c-9187-4900-883a-c96514cd8e15" providerId="ADAL" clId="{5E51067F-94D7-505D-9735-0698788361AC}" dt="2026-09-26T10:00:55.169" v="58" actId="478"/>
          <ac:spMkLst>
            <pc:docMk/>
            <pc:sldMk cId="1529947454" sldId="256"/>
            <ac:spMk id="8" creationId="{8E617751-1D61-49E0-8CF8-D6125296E3E7}"/>
          </ac:spMkLst>
        </pc:spChg>
        <pc:spChg chg="mod">
          <ac:chgData name="Schilling Sabine HSLU W" userId="b0e2af5c-9187-4900-883a-c96514cd8e15" providerId="ADAL" clId="{5E51067F-94D7-505D-9735-0698788361AC}" dt="2026-09-26T12:05:51.423" v="311" actId="20577"/>
          <ac:spMkLst>
            <pc:docMk/>
            <pc:sldMk cId="1529947454" sldId="256"/>
            <ac:spMk id="9" creationId="{02ECD869-5D34-4E29-9A61-A71130223018}"/>
          </ac:spMkLst>
        </pc:spChg>
        <pc:spChg chg="add del mod">
          <ac:chgData name="Schilling Sabine HSLU W" userId="b0e2af5c-9187-4900-883a-c96514cd8e15" providerId="ADAL" clId="{5E51067F-94D7-505D-9735-0698788361AC}" dt="2026-09-26T10:00:52.243" v="56" actId="478"/>
          <ac:spMkLst>
            <pc:docMk/>
            <pc:sldMk cId="1529947454" sldId="256"/>
            <ac:spMk id="10" creationId="{4D899143-26E7-EE7F-003F-283DB0DAC0F9}"/>
          </ac:spMkLst>
        </pc:spChg>
        <pc:spChg chg="mod">
          <ac:chgData name="Schilling Sabine HSLU W" userId="b0e2af5c-9187-4900-883a-c96514cd8e15" providerId="ADAL" clId="{5E51067F-94D7-505D-9735-0698788361AC}" dt="2026-09-26T12:07:27.012" v="316" actId="14100"/>
          <ac:spMkLst>
            <pc:docMk/>
            <pc:sldMk cId="1529947454" sldId="256"/>
            <ac:spMk id="11" creationId="{1EFB692B-F0E5-4FF3-95A3-D3D755FBAD97}"/>
          </ac:spMkLst>
        </pc:spChg>
        <pc:spChg chg="mod">
          <ac:chgData name="Schilling Sabine HSLU W" userId="b0e2af5c-9187-4900-883a-c96514cd8e15" providerId="ADAL" clId="{5E51067F-94D7-505D-9735-0698788361AC}" dt="2026-09-26T12:07:16.490" v="314" actId="14100"/>
          <ac:spMkLst>
            <pc:docMk/>
            <pc:sldMk cId="1529947454" sldId="256"/>
            <ac:spMk id="12" creationId="{63636BE4-4EF8-4C62-B4F3-22D8D1599C98}"/>
          </ac:spMkLst>
        </pc:spChg>
        <pc:spChg chg="add del mod">
          <ac:chgData name="Schilling Sabine HSLU W" userId="b0e2af5c-9187-4900-883a-c96514cd8e15" providerId="ADAL" clId="{5E51067F-94D7-505D-9735-0698788361AC}" dt="2026-09-26T10:02:30.251" v="121" actId="478"/>
          <ac:spMkLst>
            <pc:docMk/>
            <pc:sldMk cId="1529947454" sldId="256"/>
            <ac:spMk id="13" creationId="{D4F55B6F-8F50-1F87-10F2-9F6410CA8A61}"/>
          </ac:spMkLst>
        </pc:spChg>
        <pc:spChg chg="add mod">
          <ac:chgData name="Schilling Sabine HSLU W" userId="b0e2af5c-9187-4900-883a-c96514cd8e15" providerId="ADAL" clId="{5E51067F-94D7-505D-9735-0698788361AC}" dt="2026-09-26T12:07:49.673" v="317" actId="1076"/>
          <ac:spMkLst>
            <pc:docMk/>
            <pc:sldMk cId="1529947454" sldId="256"/>
            <ac:spMk id="14" creationId="{A0866559-1A96-5BBF-7EFB-65085D43DB10}"/>
          </ac:spMkLst>
        </pc:spChg>
        <pc:spChg chg="mod">
          <ac:chgData name="Schilling Sabine HSLU W" userId="b0e2af5c-9187-4900-883a-c96514cd8e15" providerId="ADAL" clId="{5E51067F-94D7-505D-9735-0698788361AC}" dt="2026-09-26T10:11:47.887" v="244"/>
          <ac:spMkLst>
            <pc:docMk/>
            <pc:sldMk cId="1529947454" sldId="256"/>
            <ac:spMk id="20" creationId="{8B6AE18C-00B5-40E0-A118-3F1D57C9807E}"/>
          </ac:spMkLst>
        </pc:spChg>
        <pc:spChg chg="add mod">
          <ac:chgData name="Schilling Sabine HSLU W" userId="b0e2af5c-9187-4900-883a-c96514cd8e15" providerId="ADAL" clId="{5E51067F-94D7-505D-9735-0698788361AC}" dt="2026-09-26T12:08:10.588" v="321" actId="1076"/>
          <ac:spMkLst>
            <pc:docMk/>
            <pc:sldMk cId="1529947454" sldId="256"/>
            <ac:spMk id="22" creationId="{693444F8-D98B-45D3-E02E-654A0E3577D3}"/>
          </ac:spMkLst>
        </pc:spChg>
        <pc:spChg chg="add mod">
          <ac:chgData name="Schilling Sabine HSLU W" userId="b0e2af5c-9187-4900-883a-c96514cd8e15" providerId="ADAL" clId="{5E51067F-94D7-505D-9735-0698788361AC}" dt="2026-09-26T10:07:27.594" v="179"/>
          <ac:spMkLst>
            <pc:docMk/>
            <pc:sldMk cId="1529947454" sldId="256"/>
            <ac:spMk id="23" creationId="{DF1A5B9F-724E-5E1D-84E3-AA8FA4CF3B2C}"/>
          </ac:spMkLst>
        </pc:spChg>
        <pc:spChg chg="add mod">
          <ac:chgData name="Schilling Sabine HSLU W" userId="b0e2af5c-9187-4900-883a-c96514cd8e15" providerId="ADAL" clId="{5E51067F-94D7-505D-9735-0698788361AC}" dt="2026-09-26T10:08:25.202" v="234" actId="20577"/>
          <ac:spMkLst>
            <pc:docMk/>
            <pc:sldMk cId="1529947454" sldId="256"/>
            <ac:spMk id="24" creationId="{C8F7D813-1806-1D8F-5E97-C62CE26FD9C8}"/>
          </ac:spMkLst>
        </pc:spChg>
        <pc:spChg chg="mod">
          <ac:chgData name="Schilling Sabine HSLU W" userId="b0e2af5c-9187-4900-883a-c96514cd8e15" providerId="ADAL" clId="{5E51067F-94D7-505D-9735-0698788361AC}" dt="2026-09-26T11:52:35.988" v="273" actId="20577"/>
          <ac:spMkLst>
            <pc:docMk/>
            <pc:sldMk cId="1529947454" sldId="256"/>
            <ac:spMk id="27" creationId="{2FB13B62-596D-499D-B85A-BBBB3194E6F7}"/>
          </ac:spMkLst>
        </pc:spChg>
        <pc:spChg chg="mod">
          <ac:chgData name="Schilling Sabine HSLU W" userId="b0e2af5c-9187-4900-883a-c96514cd8e15" providerId="ADAL" clId="{5E51067F-94D7-505D-9735-0698788361AC}" dt="2026-09-26T11:50:41.480" v="270" actId="14100"/>
          <ac:spMkLst>
            <pc:docMk/>
            <pc:sldMk cId="1529947454" sldId="256"/>
            <ac:spMk id="28" creationId="{C5EEB7DA-CCAF-4AFE-99F9-5721A639EF64}"/>
          </ac:spMkLst>
        </pc:spChg>
        <pc:spChg chg="add mod">
          <ac:chgData name="Schilling Sabine HSLU W" userId="b0e2af5c-9187-4900-883a-c96514cd8e15" providerId="ADAL" clId="{5E51067F-94D7-505D-9735-0698788361AC}" dt="2026-09-26T10:12:14.169" v="250" actId="1076"/>
          <ac:spMkLst>
            <pc:docMk/>
            <pc:sldMk cId="1529947454" sldId="256"/>
            <ac:spMk id="30" creationId="{90F368DD-EA52-85EC-DB3C-46BB7225ED90}"/>
          </ac:spMkLst>
        </pc:spChg>
        <pc:spChg chg="add mod">
          <ac:chgData name="Schilling Sabine HSLU W" userId="b0e2af5c-9187-4900-883a-c96514cd8e15" providerId="ADAL" clId="{5E51067F-94D7-505D-9735-0698788361AC}" dt="2026-09-26T10:12:14.169" v="250" actId="1076"/>
          <ac:spMkLst>
            <pc:docMk/>
            <pc:sldMk cId="1529947454" sldId="256"/>
            <ac:spMk id="36" creationId="{BF3E6AB0-6620-C81E-A5CC-8B2559FC424E}"/>
          </ac:spMkLst>
        </pc:spChg>
        <pc:spChg chg="add mod">
          <ac:chgData name="Schilling Sabine HSLU W" userId="b0e2af5c-9187-4900-883a-c96514cd8e15" providerId="ADAL" clId="{5E51067F-94D7-505D-9735-0698788361AC}" dt="2026-09-26T10:12:14.169" v="250" actId="1076"/>
          <ac:spMkLst>
            <pc:docMk/>
            <pc:sldMk cId="1529947454" sldId="256"/>
            <ac:spMk id="39" creationId="{1F1B87E4-07B2-58E3-3383-281F0CE24C04}"/>
          </ac:spMkLst>
        </pc:spChg>
        <pc:spChg chg="add mod">
          <ac:chgData name="Schilling Sabine HSLU W" userId="b0e2af5c-9187-4900-883a-c96514cd8e15" providerId="ADAL" clId="{5E51067F-94D7-505D-9735-0698788361AC}" dt="2026-09-26T10:12:14.169" v="250" actId="1076"/>
          <ac:spMkLst>
            <pc:docMk/>
            <pc:sldMk cId="1529947454" sldId="256"/>
            <ac:spMk id="45" creationId="{058A5D5F-E4EC-BA2A-8E2B-4050DF5A808F}"/>
          </ac:spMkLst>
        </pc:spChg>
        <pc:spChg chg="del">
          <ac:chgData name="Schilling Sabine HSLU W" userId="b0e2af5c-9187-4900-883a-c96514cd8e15" providerId="ADAL" clId="{5E51067F-94D7-505D-9735-0698788361AC}" dt="2026-09-26T10:11:52.407" v="245" actId="478"/>
          <ac:spMkLst>
            <pc:docMk/>
            <pc:sldMk cId="1529947454" sldId="256"/>
            <ac:spMk id="47" creationId="{629C9F9C-C6EB-4AFA-9B76-9122ADFAB46C}"/>
          </ac:spMkLst>
        </pc:spChg>
        <pc:spChg chg="add mod">
          <ac:chgData name="Schilling Sabine HSLU W" userId="b0e2af5c-9187-4900-883a-c96514cd8e15" providerId="ADAL" clId="{5E51067F-94D7-505D-9735-0698788361AC}" dt="2026-09-26T10:12:14.169" v="250" actId="1076"/>
          <ac:spMkLst>
            <pc:docMk/>
            <pc:sldMk cId="1529947454" sldId="256"/>
            <ac:spMk id="48" creationId="{CF02D013-7C47-01D4-433E-AA68D8D0D405}"/>
          </ac:spMkLst>
        </pc:spChg>
        <pc:spChg chg="del">
          <ac:chgData name="Schilling Sabine HSLU W" userId="b0e2af5c-9187-4900-883a-c96514cd8e15" providerId="ADAL" clId="{5E51067F-94D7-505D-9735-0698788361AC}" dt="2026-09-26T10:11:55.578" v="246" actId="478"/>
          <ac:spMkLst>
            <pc:docMk/>
            <pc:sldMk cId="1529947454" sldId="256"/>
            <ac:spMk id="49" creationId="{B7FE839E-8A62-4B55-8921-36465A7ACD21}"/>
          </ac:spMkLst>
        </pc:spChg>
        <pc:spChg chg="mod">
          <ac:chgData name="Schilling Sabine HSLU W" userId="b0e2af5c-9187-4900-883a-c96514cd8e15" providerId="ADAL" clId="{5E51067F-94D7-505D-9735-0698788361AC}" dt="2026-09-26T12:05:43.010" v="302" actId="20577"/>
          <ac:spMkLst>
            <pc:docMk/>
            <pc:sldMk cId="1529947454" sldId="256"/>
            <ac:spMk id="56" creationId="{E1D674BA-2DB7-42C1-84A3-2158B5F9D79F}"/>
          </ac:spMkLst>
        </pc:spChg>
        <pc:spChg chg="mod">
          <ac:chgData name="Schilling Sabine HSLU W" userId="b0e2af5c-9187-4900-883a-c96514cd8e15" providerId="ADAL" clId="{5E51067F-94D7-505D-9735-0698788361AC}" dt="2026-09-26T10:07:56.079" v="214" actId="14100"/>
          <ac:spMkLst>
            <pc:docMk/>
            <pc:sldMk cId="1529947454" sldId="256"/>
            <ac:spMk id="57" creationId="{47C5B474-54E9-4FF4-917F-F9D25B692661}"/>
          </ac:spMkLst>
        </pc:spChg>
        <pc:cxnChg chg="add mod">
          <ac:chgData name="Schilling Sabine HSLU W" userId="b0e2af5c-9187-4900-883a-c96514cd8e15" providerId="ADAL" clId="{5E51067F-94D7-505D-9735-0698788361AC}" dt="2026-09-26T10:12:14.169" v="250" actId="1076"/>
          <ac:cxnSpMkLst>
            <pc:docMk/>
            <pc:sldMk cId="1529947454" sldId="256"/>
            <ac:cxnSpMk id="33" creationId="{12080E29-40DB-9A7E-EFF6-C4ED08A56ABD}"/>
          </ac:cxnSpMkLst>
        </pc:cxnChg>
        <pc:cxnChg chg="add mod">
          <ac:chgData name="Schilling Sabine HSLU W" userId="b0e2af5c-9187-4900-883a-c96514cd8e15" providerId="ADAL" clId="{5E51067F-94D7-505D-9735-0698788361AC}" dt="2026-09-26T10:12:14.169" v="250" actId="1076"/>
          <ac:cxnSpMkLst>
            <pc:docMk/>
            <pc:sldMk cId="1529947454" sldId="256"/>
            <ac:cxnSpMk id="42" creationId="{9404306A-C46C-042C-A932-8BDDDC17F0A1}"/>
          </ac:cxnSpMkLst>
        </pc:cxnChg>
        <pc:cxnChg chg="mod">
          <ac:chgData name="Schilling Sabine HSLU W" userId="b0e2af5c-9187-4900-883a-c96514cd8e15" providerId="ADAL" clId="{5E51067F-94D7-505D-9735-0698788361AC}" dt="2026-09-26T12:05:49.001" v="310" actId="1037"/>
          <ac:cxnSpMkLst>
            <pc:docMk/>
            <pc:sldMk cId="1529947454" sldId="256"/>
            <ac:cxnSpMk id="64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5:46.546" v="308" actId="1076"/>
          <ac:cxnSpMkLst>
            <pc:docMk/>
            <pc:sldMk cId="1529947454" sldId="256"/>
            <ac:cxnSpMk id="66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7:27.012" v="316" actId="14100"/>
          <ac:cxnSpMkLst>
            <pc:docMk/>
            <pc:sldMk cId="1529947454" sldId="256"/>
            <ac:cxnSpMk id="69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7:16.490" v="314" actId="14100"/>
          <ac:cxnSpMkLst>
            <pc:docMk/>
            <pc:sldMk cId="1529947454" sldId="256"/>
            <ac:cxnSpMk id="70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7:27.012" v="316" actId="14100"/>
          <ac:cxnSpMkLst>
            <pc:docMk/>
            <pc:sldMk cId="1529947454" sldId="256"/>
            <ac:cxnSpMk id="77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7:27.012" v="316" actId="14100"/>
          <ac:cxnSpMkLst>
            <pc:docMk/>
            <pc:sldMk cId="1529947454" sldId="256"/>
            <ac:cxnSpMk id="78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7:16.490" v="314" actId="14100"/>
          <ac:cxnSpMkLst>
            <pc:docMk/>
            <pc:sldMk cId="1529947454" sldId="256"/>
            <ac:cxnSpMk id="79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6T12:07:16.490" v="314" actId="14100"/>
          <ac:cxnSpMkLst>
            <pc:docMk/>
            <pc:sldMk cId="1529947454" sldId="256"/>
            <ac:cxnSpMk id="80" creationId="{00000000-0000-0000-0000-000000000000}"/>
          </ac:cxnSpMkLst>
        </pc:cxnChg>
        <pc:cxnChg chg="del mod">
          <ac:chgData name="Schilling Sabine HSLU W" userId="b0e2af5c-9187-4900-883a-c96514cd8e15" providerId="ADAL" clId="{5E51067F-94D7-505D-9735-0698788361AC}" dt="2026-09-26T10:11:57.530" v="247" actId="478"/>
          <ac:cxnSpMkLst>
            <pc:docMk/>
            <pc:sldMk cId="1529947454" sldId="256"/>
            <ac:cxnSpMk id="104" creationId="{00000000-0000-0000-0000-000000000000}"/>
          </ac:cxnSpMkLst>
        </pc:cxnChg>
      </pc:sldChg>
      <pc:sldChg chg="add del">
        <pc:chgData name="Schilling Sabine HSLU W" userId="b0e2af5c-9187-4900-883a-c96514cd8e15" providerId="ADAL" clId="{5E51067F-94D7-505D-9735-0698788361AC}" dt="2026-09-26T10:04:04.780" v="134" actId="2696"/>
        <pc:sldMkLst>
          <pc:docMk/>
          <pc:sldMk cId="2240045113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Reconstructed from the original slide image in the referenced conversation. This slide documents the requested proposed routing, not a validation of automatic pretesting or a claim about implemented package behavior. The heteroscedastic, non-normal endpoint remains unresolved in that discussion. Method references: Brown &amp; Forsythe (1974), Robust Tests for the Equality of Variances, https://doi.org/10.1080/01621459.1974.10482955 . Shapiro &amp; Wilk (1965), An analysis of variance test for normality (complete samples), https://doi.org/10.1093/biomet/52.3-4.591 . Welch (1951), On the Comparison of Several Mean Values: An Alternative Approach, https://doi.org/10.1093/biomet/38.3-4.330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legend">
            <a:extLst>
              <a:ext uri="{FF2B5EF4-FFF2-40B4-BE49-F238E27FC236}">
                <a16:creationId xmlns:a16="http://schemas.microsoft.com/office/drawing/2014/main" id="{47C5B474-54E9-4FF4-917F-F9D25B692661}"/>
              </a:ext>
            </a:extLst>
          </p:cNvPr>
          <p:cNvSpPr>
            <a:spLocks noGrp="1"/>
          </p:cNvSpPr>
          <p:nvPr/>
        </p:nvSpPr>
        <p:spPr>
          <a:xfrm>
            <a:off x="238127" y="419100"/>
            <a:ext cx="3238497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endParaRPr dirty="0"/>
          </a:p>
        </p:txBody>
      </p:sp>
      <p:sp>
        <p:nvSpPr>
          <p:cNvPr id="2" name="legend title">
            <a:extLst>
              <a:ext uri="{FF2B5EF4-FFF2-40B4-BE49-F238E27FC236}">
                <a16:creationId xmlns:a16="http://schemas.microsoft.com/office/drawing/2014/main" id="{0A0799B9-4270-46BC-9705-A98B292FFED7}"/>
              </a:ext>
            </a:extLst>
          </p:cNvPr>
          <p:cNvSpPr>
            <a:spLocks noGrp="1"/>
          </p:cNvSpPr>
          <p:nvPr/>
        </p:nvSpPr>
        <p:spPr>
          <a:xfrm>
            <a:off x="404812" y="598932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olour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code:</a:t>
            </a:r>
          </a:p>
        </p:txBody>
      </p:sp>
      <p:sp>
        <p:nvSpPr>
          <p:cNvPr id="3" name="parametric legend">
            <a:extLst>
              <a:ext uri="{FF2B5EF4-FFF2-40B4-BE49-F238E27FC236}">
                <a16:creationId xmlns:a16="http://schemas.microsoft.com/office/drawing/2014/main" id="{1DE99BAE-8D97-4843-97CD-499C013633AE}"/>
              </a:ext>
            </a:extLst>
          </p:cNvPr>
          <p:cNvSpPr>
            <a:spLocks noGrp="1"/>
          </p:cNvSpPr>
          <p:nvPr/>
        </p:nvSpPr>
        <p:spPr>
          <a:xfrm>
            <a:off x="328614" y="2400300"/>
            <a:ext cx="2571750" cy="28575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arametric tests</a:t>
            </a:r>
          </a:p>
        </p:txBody>
      </p:sp>
      <p:sp>
        <p:nvSpPr>
          <p:cNvPr id="4" name="rank legend">
            <a:extLst>
              <a:ext uri="{FF2B5EF4-FFF2-40B4-BE49-F238E27FC236}">
                <a16:creationId xmlns:a16="http://schemas.microsoft.com/office/drawing/2014/main" id="{6D97388F-8CF4-4FC6-A43E-6DBF896EC21F}"/>
              </a:ext>
            </a:extLst>
          </p:cNvPr>
          <p:cNvSpPr>
            <a:spLocks noGrp="1"/>
          </p:cNvSpPr>
          <p:nvPr/>
        </p:nvSpPr>
        <p:spPr>
          <a:xfrm>
            <a:off x="328614" y="1872234"/>
            <a:ext cx="2571750" cy="285750"/>
          </a:xfrm>
          <a:prstGeom prst="rect">
            <a:avLst/>
          </a:prstGeom>
          <a:solidFill>
            <a:srgbClr val="B4C7E7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on-parametric tests</a:t>
            </a:r>
          </a:p>
        </p:txBody>
      </p:sp>
      <p:sp>
        <p:nvSpPr>
          <p:cNvPr id="5" name="alpha">
            <a:extLst>
              <a:ext uri="{FF2B5EF4-FFF2-40B4-BE49-F238E27FC236}">
                <a16:creationId xmlns:a16="http://schemas.microsoft.com/office/drawing/2014/main" id="{B03ADE6A-CB15-42BA-B434-C2C5199D9A5B}"/>
              </a:ext>
            </a:extLst>
          </p:cNvPr>
          <p:cNvSpPr>
            <a:spLocks noGrp="1"/>
          </p:cNvSpPr>
          <p:nvPr/>
        </p:nvSpPr>
        <p:spPr>
          <a:xfrm>
            <a:off x="404812" y="2962275"/>
            <a:ext cx="2619375" cy="26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0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0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α = 1 − </a:t>
            </a:r>
            <a:r>
              <a:rPr sz="15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conf.level</a:t>
            </a:r>
            <a:endParaRPr sz="1500" dirty="0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84D895D6-47D3-48C1-9F4D-4127C9316747}"/>
              </a:ext>
            </a:extLst>
          </p:cNvPr>
          <p:cNvSpPr>
            <a:spLocks noGrp="1"/>
          </p:cNvSpPr>
          <p:nvPr/>
        </p:nvSpPr>
        <p:spPr>
          <a:xfrm>
            <a:off x="4191000" y="571500"/>
            <a:ext cx="7239000" cy="6477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Categorical predictor </a:t>
            </a:r>
            <a:r>
              <a:rPr lang="en-US" sz="1725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y</a:t>
            </a:r>
            <a:r>
              <a:rPr lang="en-US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of class “factor” with k levels/</a:t>
            </a:r>
            <a:r>
              <a:rPr lang="en-US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groups </a:t>
            </a:r>
            <a:r>
              <a:rPr lang="en-US" sz="1725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g</a:t>
            </a:r>
            <a:endParaRPr sz="1725" dirty="0">
              <a:solidFill>
                <a:srgbClr val="000000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 response </a:t>
            </a:r>
            <a:r>
              <a:rPr lang="en-US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of class “numeric” or “integer”</a:t>
            </a:r>
          </a:p>
        </p:txBody>
      </p:sp>
      <p:sp>
        <p:nvSpPr>
          <p:cNvPr id="7" name="model residuals">
            <a:extLst>
              <a:ext uri="{FF2B5EF4-FFF2-40B4-BE49-F238E27FC236}">
                <a16:creationId xmlns:a16="http://schemas.microsoft.com/office/drawing/2014/main" id="{FF691069-9D31-489A-AE96-14E115EDB280}"/>
              </a:ext>
            </a:extLst>
          </p:cNvPr>
          <p:cNvSpPr>
            <a:spLocks noGrp="1"/>
          </p:cNvSpPr>
          <p:nvPr/>
        </p:nvSpPr>
        <p:spPr>
          <a:xfrm>
            <a:off x="5048250" y="1571625"/>
            <a:ext cx="5143500" cy="55245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 &lt;- </a:t>
            </a:r>
            <a:r>
              <a:rPr sz="1575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rstandard</a:t>
            </a: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lm(</a:t>
            </a:r>
            <a:r>
              <a:rPr lang="de-CH" sz="1575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</a:t>
            </a:r>
            <a:r>
              <a:rPr lang="de-CH" sz="1575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g</a:t>
            </a:r>
            <a:r>
              <a:rPr lang="de-CH"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ctr">
              <a:defRPr sz="157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cxnSp>
        <p:nvCxnSpPr>
          <p:cNvPr id="64" name="Gerade Verbindung mit Pfeil 63"/>
          <p:cNvCxnSpPr>
            <a:cxnSpLocks/>
            <a:stCxn id="6" idx="2"/>
            <a:endCxn id="7" idx="0"/>
          </p:cNvCxnSpPr>
          <p:nvPr/>
        </p:nvCxnSpPr>
        <p:spPr>
          <a:xfrm flipH="1">
            <a:off x="7620000" y="1219200"/>
            <a:ext cx="190500" cy="3524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9" name="Brown Forsythe first gate">
            <a:extLst>
              <a:ext uri="{FF2B5EF4-FFF2-40B4-BE49-F238E27FC236}">
                <a16:creationId xmlns:a16="http://schemas.microsoft.com/office/drawing/2014/main" id="{02ECD869-5D34-4E29-9A61-A71130223018}"/>
              </a:ext>
            </a:extLst>
          </p:cNvPr>
          <p:cNvSpPr>
            <a:spLocks noGrp="1"/>
          </p:cNvSpPr>
          <p:nvPr/>
        </p:nvSpPr>
        <p:spPr>
          <a:xfrm>
            <a:off x="5095875" y="2495550"/>
            <a:ext cx="5048250" cy="590550"/>
          </a:xfrm>
          <a:prstGeom prst="rect">
            <a:avLst/>
          </a:prstGeom>
          <a:solidFill>
            <a:srgbClr val="E2F0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Brown–Forsythe </a:t>
            </a: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(BF) </a:t>
            </a:r>
            <a:r>
              <a:rPr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</a:t>
            </a:r>
            <a:r>
              <a:rPr lang="de-CH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CH" sz="1575" dirty="0" err="1">
                <a:solidFill>
                  <a:srgbClr val="000000"/>
                </a:solidFill>
                <a:latin typeface="Courier New"/>
                <a:cs typeface="Courier New"/>
              </a:rPr>
              <a:t>r</a:t>
            </a:r>
            <a:r>
              <a:rPr lang="de-CH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by </a:t>
            </a:r>
            <a:r>
              <a:rPr lang="de-CH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</a:t>
            </a: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6" name="Gerade Verbindung mit Pfeil 65"/>
          <p:cNvCxnSpPr>
            <a:stCxn id="7" idx="2"/>
            <a:endCxn id="9" idx="0"/>
          </p:cNvCxnSpPr>
          <p:nvPr/>
        </p:nvCxnSpPr>
        <p:spPr>
          <a:xfrm>
            <a:off x="7620000" y="2124075"/>
            <a:ext cx="0" cy="3714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11" name="pooled normality">
            <a:extLst>
              <a:ext uri="{FF2B5EF4-FFF2-40B4-BE49-F238E27FC236}">
                <a16:creationId xmlns:a16="http://schemas.microsoft.com/office/drawing/2014/main" id="{1EFB692B-F0E5-4FF3-95A3-D3D755FBAD97}"/>
              </a:ext>
            </a:extLst>
          </p:cNvPr>
          <p:cNvSpPr>
            <a:spLocks noGrp="1"/>
          </p:cNvSpPr>
          <p:nvPr/>
        </p:nvSpPr>
        <p:spPr>
          <a:xfrm>
            <a:off x="309564" y="4029075"/>
            <a:ext cx="6905624" cy="666750"/>
          </a:xfrm>
          <a:prstGeom prst="rect">
            <a:avLst/>
          </a:prstGeom>
          <a:solidFill>
            <a:srgbClr val="FBE5D6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Homoscedastic branch</a:t>
            </a:r>
          </a:p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Pooled residual normality: </a:t>
            </a:r>
            <a:r>
              <a:rPr sz="16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shapiro.test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(r)</a:t>
            </a:r>
          </a:p>
        </p:txBody>
      </p:sp>
      <p:sp>
        <p:nvSpPr>
          <p:cNvPr id="12" name="groupwise normality">
            <a:extLst>
              <a:ext uri="{FF2B5EF4-FFF2-40B4-BE49-F238E27FC236}">
                <a16:creationId xmlns:a16="http://schemas.microsoft.com/office/drawing/2014/main" id="{63636BE4-4EF8-4C62-B4F3-22D8D1599C98}"/>
              </a:ext>
            </a:extLst>
          </p:cNvPr>
          <p:cNvSpPr>
            <a:spLocks noGrp="1"/>
          </p:cNvSpPr>
          <p:nvPr/>
        </p:nvSpPr>
        <p:spPr>
          <a:xfrm>
            <a:off x="7953376" y="4029075"/>
            <a:ext cx="6905624" cy="666750"/>
          </a:xfrm>
          <a:prstGeom prst="rect">
            <a:avLst/>
          </a:prstGeom>
          <a:solidFill>
            <a:srgbClr val="FBE5D6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Heteroscedastic branch</a:t>
            </a:r>
          </a:p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Group-wise Shapiro–Wilk normality</a:t>
            </a: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Holm adjusted</a:t>
            </a:r>
            <a:endParaRPr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9" name="Gerade Verbindung mit Pfeil 68"/>
          <p:cNvCxnSpPr>
            <a:cxnSpLocks/>
            <a:stCxn id="9" idx="2"/>
            <a:endCxn id="11" idx="0"/>
          </p:cNvCxnSpPr>
          <p:nvPr/>
        </p:nvCxnSpPr>
        <p:spPr>
          <a:xfrm flipH="1">
            <a:off x="3762376" y="3086100"/>
            <a:ext cx="3857624" cy="9429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70" name="Gerade Verbindung mit Pfeil 69"/>
          <p:cNvCxnSpPr>
            <a:cxnSpLocks/>
            <a:stCxn id="9" idx="2"/>
            <a:endCxn id="12" idx="0"/>
          </p:cNvCxnSpPr>
          <p:nvPr/>
        </p:nvCxnSpPr>
        <p:spPr>
          <a:xfrm>
            <a:off x="7620000" y="3086100"/>
            <a:ext cx="3786188" cy="9429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15" name="BF pass">
            <a:extLst>
              <a:ext uri="{FF2B5EF4-FFF2-40B4-BE49-F238E27FC236}">
                <a16:creationId xmlns:a16="http://schemas.microsoft.com/office/drawing/2014/main" id="{31A37157-0A1A-4029-894B-0EA97C58E1E5}"/>
              </a:ext>
            </a:extLst>
          </p:cNvPr>
          <p:cNvSpPr>
            <a:spLocks noGrp="1"/>
          </p:cNvSpPr>
          <p:nvPr/>
        </p:nvSpPr>
        <p:spPr>
          <a:xfrm>
            <a:off x="4905375" y="3476625"/>
            <a:ext cx="1619250" cy="3143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BF</a:t>
            </a: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≥ α</a:t>
            </a:r>
          </a:p>
        </p:txBody>
      </p:sp>
      <p:sp>
        <p:nvSpPr>
          <p:cNvPr id="16" name="BF fail">
            <a:extLst>
              <a:ext uri="{FF2B5EF4-FFF2-40B4-BE49-F238E27FC236}">
                <a16:creationId xmlns:a16="http://schemas.microsoft.com/office/drawing/2014/main" id="{FDD8C4EE-CE8A-484C-85E1-F36AE34B7D07}"/>
              </a:ext>
            </a:extLst>
          </p:cNvPr>
          <p:cNvSpPr>
            <a:spLocks noGrp="1"/>
          </p:cNvSpPr>
          <p:nvPr/>
        </p:nvSpPr>
        <p:spPr>
          <a:xfrm>
            <a:off x="8715375" y="3476625"/>
            <a:ext cx="1619250" cy="3143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BF</a:t>
            </a: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&lt; α</a:t>
            </a:r>
          </a:p>
        </p:txBody>
      </p:sp>
      <p:sp>
        <p:nvSpPr>
          <p:cNvPr id="17" name="rank family">
            <a:extLst>
              <a:ext uri="{FF2B5EF4-FFF2-40B4-BE49-F238E27FC236}">
                <a16:creationId xmlns:a16="http://schemas.microsoft.com/office/drawing/2014/main" id="{8F61D7C9-EE90-4286-BF62-72B893D4AF63}"/>
              </a:ext>
            </a:extLst>
          </p:cNvPr>
          <p:cNvSpPr>
            <a:spLocks noGrp="1"/>
          </p:cNvSpPr>
          <p:nvPr/>
        </p:nvSpPr>
        <p:spPr>
          <a:xfrm>
            <a:off x="381000" y="5762625"/>
            <a:ext cx="3048000" cy="41910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non-parametric tests</a:t>
            </a:r>
          </a:p>
        </p:txBody>
      </p:sp>
      <p:sp>
        <p:nvSpPr>
          <p:cNvPr id="18" name="equal variance family">
            <a:extLst>
              <a:ext uri="{FF2B5EF4-FFF2-40B4-BE49-F238E27FC236}">
                <a16:creationId xmlns:a16="http://schemas.microsoft.com/office/drawing/2014/main" id="{CDA64988-9B7A-45FC-96D4-E524C176A9FD}"/>
              </a:ext>
            </a:extLst>
          </p:cNvPr>
          <p:cNvSpPr>
            <a:spLocks noGrp="1"/>
          </p:cNvSpPr>
          <p:nvPr/>
        </p:nvSpPr>
        <p:spPr>
          <a:xfrm>
            <a:off x="4191000" y="5762625"/>
            <a:ext cx="3048000" cy="419100"/>
          </a:xfrm>
          <a:prstGeom prst="rect">
            <a:avLst/>
          </a:prstGeom>
          <a:solidFill>
            <a:srgbClr val="FFF2CC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 / Fisher tests</a:t>
            </a:r>
          </a:p>
        </p:txBody>
      </p:sp>
      <p:sp>
        <p:nvSpPr>
          <p:cNvPr id="19" name="unequal variance family">
            <a:extLst>
              <a:ext uri="{FF2B5EF4-FFF2-40B4-BE49-F238E27FC236}">
                <a16:creationId xmlns:a16="http://schemas.microsoft.com/office/drawing/2014/main" id="{55EE49BD-FFE8-4E3F-B94A-5FDC15F8F084}"/>
              </a:ext>
            </a:extLst>
          </p:cNvPr>
          <p:cNvSpPr>
            <a:spLocks noGrp="1"/>
          </p:cNvSpPr>
          <p:nvPr/>
        </p:nvSpPr>
        <p:spPr>
          <a:xfrm>
            <a:off x="8001000" y="5762625"/>
            <a:ext cx="3048000" cy="419100"/>
          </a:xfrm>
          <a:prstGeom prst="rect">
            <a:avLst/>
          </a:prstGeom>
          <a:solidFill>
            <a:srgbClr val="FFF2CC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Welch tests</a:t>
            </a:r>
          </a:p>
        </p:txBody>
      </p:sp>
      <p:sp>
        <p:nvSpPr>
          <p:cNvPr id="20" name="hetero nonnormal family">
            <a:extLst>
              <a:ext uri="{FF2B5EF4-FFF2-40B4-BE49-F238E27FC236}">
                <a16:creationId xmlns:a16="http://schemas.microsoft.com/office/drawing/2014/main" id="{8B6AE18C-00B5-40E0-A118-3F1D57C9807E}"/>
              </a:ext>
            </a:extLst>
          </p:cNvPr>
          <p:cNvSpPr>
            <a:spLocks noGrp="1"/>
          </p:cNvSpPr>
          <p:nvPr/>
        </p:nvSpPr>
        <p:spPr>
          <a:xfrm>
            <a:off x="11811000" y="5762625"/>
            <a:ext cx="3048000" cy="41910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de-CH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non-</a:t>
            </a:r>
            <a:r>
              <a:rPr lang="de-CH" sz="16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parametric</a:t>
            </a:r>
            <a:r>
              <a:rPr lang="de-CH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CH" sz="16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tests</a:t>
            </a:r>
            <a:endParaRPr lang="de-CH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77" name="Gerade Verbindung mit Pfeil 76"/>
          <p:cNvCxnSpPr>
            <a:cxnSpLocks/>
            <a:stCxn id="11" idx="2"/>
            <a:endCxn id="17" idx="0"/>
          </p:cNvCxnSpPr>
          <p:nvPr/>
        </p:nvCxnSpPr>
        <p:spPr>
          <a:xfrm flipH="1">
            <a:off x="1905000" y="4695825"/>
            <a:ext cx="1857376" cy="1066800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78" name="Gerade Verbindung mit Pfeil 77"/>
          <p:cNvCxnSpPr>
            <a:cxnSpLocks/>
            <a:stCxn id="11" idx="2"/>
            <a:endCxn id="18" idx="0"/>
          </p:cNvCxnSpPr>
          <p:nvPr/>
        </p:nvCxnSpPr>
        <p:spPr>
          <a:xfrm>
            <a:off x="3762376" y="4695825"/>
            <a:ext cx="1952624" cy="1066800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79" name="Gerade Verbindung mit Pfeil 78"/>
          <p:cNvCxnSpPr>
            <a:cxnSpLocks/>
            <a:stCxn id="12" idx="2"/>
            <a:endCxn id="19" idx="0"/>
          </p:cNvCxnSpPr>
          <p:nvPr/>
        </p:nvCxnSpPr>
        <p:spPr>
          <a:xfrm flipH="1">
            <a:off x="9525000" y="4695825"/>
            <a:ext cx="1881188" cy="1066800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80" name="Gerade Verbindung mit Pfeil 79"/>
          <p:cNvCxnSpPr>
            <a:cxnSpLocks/>
            <a:stCxn id="12" idx="2"/>
            <a:endCxn id="20" idx="0"/>
          </p:cNvCxnSpPr>
          <p:nvPr/>
        </p:nvCxnSpPr>
        <p:spPr>
          <a:xfrm>
            <a:off x="11406188" y="4695825"/>
            <a:ext cx="1928812" cy="1066800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25" name="pooled fail">
            <a:extLst>
              <a:ext uri="{FF2B5EF4-FFF2-40B4-BE49-F238E27FC236}">
                <a16:creationId xmlns:a16="http://schemas.microsoft.com/office/drawing/2014/main" id="{59A42092-8E22-48D6-A486-9B42ADEFD47F}"/>
              </a:ext>
            </a:extLst>
          </p:cNvPr>
          <p:cNvSpPr>
            <a:spLocks noGrp="1"/>
          </p:cNvSpPr>
          <p:nvPr/>
        </p:nvSpPr>
        <p:spPr>
          <a:xfrm>
            <a:off x="2143125" y="5124450"/>
            <a:ext cx="14287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SW</a:t>
            </a: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&lt; α</a:t>
            </a:r>
          </a:p>
        </p:txBody>
      </p:sp>
      <p:sp>
        <p:nvSpPr>
          <p:cNvPr id="26" name="pooled pass">
            <a:extLst>
              <a:ext uri="{FF2B5EF4-FFF2-40B4-BE49-F238E27FC236}">
                <a16:creationId xmlns:a16="http://schemas.microsoft.com/office/drawing/2014/main" id="{8A19CA14-05EE-4E91-8B7B-6FF03E9C7268}"/>
              </a:ext>
            </a:extLst>
          </p:cNvPr>
          <p:cNvSpPr>
            <a:spLocks noGrp="1"/>
          </p:cNvSpPr>
          <p:nvPr/>
        </p:nvSpPr>
        <p:spPr>
          <a:xfrm>
            <a:off x="4048125" y="5124450"/>
            <a:ext cx="14287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SW</a:t>
            </a:r>
            <a:r>
              <a:rPr sz="1650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≥ α</a:t>
            </a:r>
          </a:p>
        </p:txBody>
      </p:sp>
      <p:sp>
        <p:nvSpPr>
          <p:cNvPr id="27" name="group pass">
            <a:extLst>
              <a:ext uri="{FF2B5EF4-FFF2-40B4-BE49-F238E27FC236}">
                <a16:creationId xmlns:a16="http://schemas.microsoft.com/office/drawing/2014/main" id="{2FB13B62-596D-499D-B85A-BBBB3194E6F7}"/>
              </a:ext>
            </a:extLst>
          </p:cNvPr>
          <p:cNvSpPr>
            <a:spLocks noGrp="1"/>
          </p:cNvSpPr>
          <p:nvPr/>
        </p:nvSpPr>
        <p:spPr>
          <a:xfrm>
            <a:off x="8743951" y="5029200"/>
            <a:ext cx="3047999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i="1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SW,g</a:t>
            </a:r>
            <a:r>
              <a:rPr sz="1575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≥ α</a:t>
            </a:r>
            <a:r>
              <a:rPr lang="en-US" sz="1575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for all g = 1, …, k</a:t>
            </a:r>
          </a:p>
        </p:txBody>
      </p:sp>
      <p:sp>
        <p:nvSpPr>
          <p:cNvPr id="28" name="group fail">
            <a:extLst>
              <a:ext uri="{FF2B5EF4-FFF2-40B4-BE49-F238E27FC236}">
                <a16:creationId xmlns:a16="http://schemas.microsoft.com/office/drawing/2014/main" id="{C5EEB7DA-CCAF-4AFE-99F9-5721A639EF64}"/>
              </a:ext>
            </a:extLst>
          </p:cNvPr>
          <p:cNvSpPr>
            <a:spLocks noGrp="1"/>
          </p:cNvSpPr>
          <p:nvPr/>
        </p:nvSpPr>
        <p:spPr>
          <a:xfrm>
            <a:off x="11334750" y="5029200"/>
            <a:ext cx="2545842" cy="590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75" i="1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SW,g</a:t>
            </a:r>
            <a:r>
              <a:rPr sz="1575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&lt; α</a:t>
            </a:r>
            <a:r>
              <a:rPr lang="en-US" sz="1575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for any g</a:t>
            </a:r>
          </a:p>
        </p:txBody>
      </p:sp>
      <p:sp>
        <p:nvSpPr>
          <p:cNvPr id="29" name="final 0">
            <a:extLst>
              <a:ext uri="{FF2B5EF4-FFF2-40B4-BE49-F238E27FC236}">
                <a16:creationId xmlns:a16="http://schemas.microsoft.com/office/drawing/2014/main" id="{8BF2A38A-3217-4F68-B8D0-897ED0F41133}"/>
              </a:ext>
            </a:extLst>
          </p:cNvPr>
          <p:cNvSpPr>
            <a:spLocks noGrp="1"/>
          </p:cNvSpPr>
          <p:nvPr/>
        </p:nvSpPr>
        <p:spPr>
          <a:xfrm>
            <a:off x="190500" y="7143750"/>
            <a:ext cx="1714500" cy="55245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wilcox.test()</a:t>
            </a:r>
          </a:p>
        </p:txBody>
      </p:sp>
      <p:cxnSp>
        <p:nvCxnSpPr>
          <p:cNvPr id="86" name="Gerade Verbindung mit Pfeil 85"/>
          <p:cNvCxnSpPr>
            <a:stCxn id="17" idx="2"/>
            <a:endCxn id="29" idx="0"/>
          </p:cNvCxnSpPr>
          <p:nvPr/>
        </p:nvCxnSpPr>
        <p:spPr>
          <a:xfrm flipH="1">
            <a:off x="1047750" y="6181725"/>
            <a:ext cx="85725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31" name="k 0">
            <a:extLst>
              <a:ext uri="{FF2B5EF4-FFF2-40B4-BE49-F238E27FC236}">
                <a16:creationId xmlns:a16="http://schemas.microsoft.com/office/drawing/2014/main" id="{30A4EC82-6E1A-49ED-B9B8-20C7D1686657}"/>
              </a:ext>
            </a:extLst>
          </p:cNvPr>
          <p:cNvSpPr>
            <a:spLocks noGrp="1"/>
          </p:cNvSpPr>
          <p:nvPr/>
        </p:nvSpPr>
        <p:spPr>
          <a:xfrm>
            <a:off x="1047750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32" name="final 1">
            <a:extLst>
              <a:ext uri="{FF2B5EF4-FFF2-40B4-BE49-F238E27FC236}">
                <a16:creationId xmlns:a16="http://schemas.microsoft.com/office/drawing/2014/main" id="{7C3BF99C-80DF-4CBB-A933-01059F5EF297}"/>
              </a:ext>
            </a:extLst>
          </p:cNvPr>
          <p:cNvSpPr>
            <a:spLocks noGrp="1"/>
          </p:cNvSpPr>
          <p:nvPr/>
        </p:nvSpPr>
        <p:spPr>
          <a:xfrm>
            <a:off x="2000250" y="7143750"/>
            <a:ext cx="1714500" cy="55245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kruskal.test()</a:t>
            </a:r>
          </a:p>
        </p:txBody>
      </p:sp>
      <p:cxnSp>
        <p:nvCxnSpPr>
          <p:cNvPr id="89" name="Gerade Verbindung mit Pfeil 88"/>
          <p:cNvCxnSpPr>
            <a:stCxn id="17" idx="2"/>
            <a:endCxn id="32" idx="0"/>
          </p:cNvCxnSpPr>
          <p:nvPr/>
        </p:nvCxnSpPr>
        <p:spPr>
          <a:xfrm>
            <a:off x="1905000" y="6181725"/>
            <a:ext cx="95250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34" name="k 1">
            <a:extLst>
              <a:ext uri="{FF2B5EF4-FFF2-40B4-BE49-F238E27FC236}">
                <a16:creationId xmlns:a16="http://schemas.microsoft.com/office/drawing/2014/main" id="{B074D128-050A-483E-82FE-2AFC3234FC8C}"/>
              </a:ext>
            </a:extLst>
          </p:cNvPr>
          <p:cNvSpPr>
            <a:spLocks noGrp="1"/>
          </p:cNvSpPr>
          <p:nvPr/>
        </p:nvSpPr>
        <p:spPr>
          <a:xfrm>
            <a:off x="1952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35" name="final 2">
            <a:extLst>
              <a:ext uri="{FF2B5EF4-FFF2-40B4-BE49-F238E27FC236}">
                <a16:creationId xmlns:a16="http://schemas.microsoft.com/office/drawing/2014/main" id="{B7E516B8-D6B8-4224-B90D-5DF2A2321A3A}"/>
              </a:ext>
            </a:extLst>
          </p:cNvPr>
          <p:cNvSpPr>
            <a:spLocks noGrp="1"/>
          </p:cNvSpPr>
          <p:nvPr/>
        </p:nvSpPr>
        <p:spPr>
          <a:xfrm>
            <a:off x="4000500" y="7143750"/>
            <a:ext cx="1714500" cy="552450"/>
          </a:xfrm>
          <a:prstGeom prst="rect">
            <a:avLst/>
          </a:prstGeom>
          <a:solidFill>
            <a:srgbClr val="FFF2CC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t.test(…,</a:t>
            </a:r>
          </a:p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var.equal=TRUE)</a:t>
            </a:r>
          </a:p>
        </p:txBody>
      </p:sp>
      <p:cxnSp>
        <p:nvCxnSpPr>
          <p:cNvPr id="92" name="Gerade Verbindung mit Pfeil 91"/>
          <p:cNvCxnSpPr>
            <a:stCxn id="18" idx="2"/>
            <a:endCxn id="35" idx="0"/>
          </p:cNvCxnSpPr>
          <p:nvPr/>
        </p:nvCxnSpPr>
        <p:spPr>
          <a:xfrm flipH="1">
            <a:off x="4857750" y="6181725"/>
            <a:ext cx="85725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37" name="k 2">
            <a:extLst>
              <a:ext uri="{FF2B5EF4-FFF2-40B4-BE49-F238E27FC236}">
                <a16:creationId xmlns:a16="http://schemas.microsoft.com/office/drawing/2014/main" id="{1907AC45-EB53-42F8-811E-6576EA132FCA}"/>
              </a:ext>
            </a:extLst>
          </p:cNvPr>
          <p:cNvSpPr>
            <a:spLocks noGrp="1"/>
          </p:cNvSpPr>
          <p:nvPr/>
        </p:nvSpPr>
        <p:spPr>
          <a:xfrm>
            <a:off x="4857750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38" name="final 3">
            <a:extLst>
              <a:ext uri="{FF2B5EF4-FFF2-40B4-BE49-F238E27FC236}">
                <a16:creationId xmlns:a16="http://schemas.microsoft.com/office/drawing/2014/main" id="{0FA4F33A-2685-4EE6-A615-F7C9B077A88C}"/>
              </a:ext>
            </a:extLst>
          </p:cNvPr>
          <p:cNvSpPr>
            <a:spLocks noGrp="1"/>
          </p:cNvSpPr>
          <p:nvPr/>
        </p:nvSpPr>
        <p:spPr>
          <a:xfrm>
            <a:off x="5810250" y="7143750"/>
            <a:ext cx="1714500" cy="552450"/>
          </a:xfrm>
          <a:prstGeom prst="rect">
            <a:avLst/>
          </a:prstGeom>
          <a:solidFill>
            <a:srgbClr val="FFF2CC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aov()</a:t>
            </a:r>
          </a:p>
        </p:txBody>
      </p:sp>
      <p:cxnSp>
        <p:nvCxnSpPr>
          <p:cNvPr id="95" name="Gerade Verbindung mit Pfeil 94"/>
          <p:cNvCxnSpPr>
            <a:stCxn id="18" idx="2"/>
            <a:endCxn id="38" idx="0"/>
          </p:cNvCxnSpPr>
          <p:nvPr/>
        </p:nvCxnSpPr>
        <p:spPr>
          <a:xfrm>
            <a:off x="5715000" y="6181725"/>
            <a:ext cx="95250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0" name="k 3">
            <a:extLst>
              <a:ext uri="{FF2B5EF4-FFF2-40B4-BE49-F238E27FC236}">
                <a16:creationId xmlns:a16="http://schemas.microsoft.com/office/drawing/2014/main" id="{700BFD3E-EA90-4657-96E6-314841B5319B}"/>
              </a:ext>
            </a:extLst>
          </p:cNvPr>
          <p:cNvSpPr>
            <a:spLocks noGrp="1"/>
          </p:cNvSpPr>
          <p:nvPr/>
        </p:nvSpPr>
        <p:spPr>
          <a:xfrm>
            <a:off x="5762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41" name="final 4">
            <a:extLst>
              <a:ext uri="{FF2B5EF4-FFF2-40B4-BE49-F238E27FC236}">
                <a16:creationId xmlns:a16="http://schemas.microsoft.com/office/drawing/2014/main" id="{30908DB4-1DAC-43FC-B6D2-E0B35B1634E9}"/>
              </a:ext>
            </a:extLst>
          </p:cNvPr>
          <p:cNvSpPr>
            <a:spLocks noGrp="1"/>
          </p:cNvSpPr>
          <p:nvPr/>
        </p:nvSpPr>
        <p:spPr>
          <a:xfrm>
            <a:off x="7810500" y="7143750"/>
            <a:ext cx="1714500" cy="552450"/>
          </a:xfrm>
          <a:prstGeom prst="rect">
            <a:avLst/>
          </a:prstGeom>
          <a:solidFill>
            <a:srgbClr val="FFF2CC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t.test()</a:t>
            </a:r>
          </a:p>
        </p:txBody>
      </p:sp>
      <p:cxnSp>
        <p:nvCxnSpPr>
          <p:cNvPr id="98" name="Gerade Verbindung mit Pfeil 97"/>
          <p:cNvCxnSpPr>
            <a:stCxn id="19" idx="2"/>
            <a:endCxn id="41" idx="0"/>
          </p:cNvCxnSpPr>
          <p:nvPr/>
        </p:nvCxnSpPr>
        <p:spPr>
          <a:xfrm flipH="1">
            <a:off x="8667750" y="6181725"/>
            <a:ext cx="85725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3" name="k 4">
            <a:extLst>
              <a:ext uri="{FF2B5EF4-FFF2-40B4-BE49-F238E27FC236}">
                <a16:creationId xmlns:a16="http://schemas.microsoft.com/office/drawing/2014/main" id="{DA6AD987-85D9-433B-8D61-228021BEEDB6}"/>
              </a:ext>
            </a:extLst>
          </p:cNvPr>
          <p:cNvSpPr>
            <a:spLocks noGrp="1"/>
          </p:cNvSpPr>
          <p:nvPr/>
        </p:nvSpPr>
        <p:spPr>
          <a:xfrm>
            <a:off x="8667750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44" name="final 5">
            <a:extLst>
              <a:ext uri="{FF2B5EF4-FFF2-40B4-BE49-F238E27FC236}">
                <a16:creationId xmlns:a16="http://schemas.microsoft.com/office/drawing/2014/main" id="{F6D0D35C-EE8C-4427-9A9A-ABCEEC13C382}"/>
              </a:ext>
            </a:extLst>
          </p:cNvPr>
          <p:cNvSpPr>
            <a:spLocks noGrp="1"/>
          </p:cNvSpPr>
          <p:nvPr/>
        </p:nvSpPr>
        <p:spPr>
          <a:xfrm>
            <a:off x="9620250" y="7143750"/>
            <a:ext cx="1714500" cy="552450"/>
          </a:xfrm>
          <a:prstGeom prst="rect">
            <a:avLst/>
          </a:prstGeom>
          <a:solidFill>
            <a:srgbClr val="FFF2CC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oneway.test()</a:t>
            </a:r>
          </a:p>
        </p:txBody>
      </p:sp>
      <p:cxnSp>
        <p:nvCxnSpPr>
          <p:cNvPr id="101" name="Gerade Verbindung mit Pfeil 100"/>
          <p:cNvCxnSpPr>
            <a:stCxn id="19" idx="2"/>
            <a:endCxn id="44" idx="0"/>
          </p:cNvCxnSpPr>
          <p:nvPr/>
        </p:nvCxnSpPr>
        <p:spPr>
          <a:xfrm>
            <a:off x="9525000" y="6181725"/>
            <a:ext cx="95250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6" name="k 5">
            <a:extLst>
              <a:ext uri="{FF2B5EF4-FFF2-40B4-BE49-F238E27FC236}">
                <a16:creationId xmlns:a16="http://schemas.microsoft.com/office/drawing/2014/main" id="{BFFA5A63-BA26-47DF-9BAC-B7DDCA36F9D6}"/>
              </a:ext>
            </a:extLst>
          </p:cNvPr>
          <p:cNvSpPr>
            <a:spLocks noGrp="1"/>
          </p:cNvSpPr>
          <p:nvPr/>
        </p:nvSpPr>
        <p:spPr>
          <a:xfrm>
            <a:off x="9572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50" name="posthoc 1">
            <a:extLst>
              <a:ext uri="{FF2B5EF4-FFF2-40B4-BE49-F238E27FC236}">
                <a16:creationId xmlns:a16="http://schemas.microsoft.com/office/drawing/2014/main" id="{31D16CDC-B097-4D11-B6AE-7179368E9C8C}"/>
              </a:ext>
            </a:extLst>
          </p:cNvPr>
          <p:cNvSpPr>
            <a:spLocks noGrp="1"/>
          </p:cNvSpPr>
          <p:nvPr/>
        </p:nvSpPr>
        <p:spPr>
          <a:xfrm>
            <a:off x="2000250" y="8067675"/>
            <a:ext cx="1714500" cy="323850"/>
          </a:xfrm>
          <a:prstGeom prst="rect">
            <a:avLst/>
          </a:prstGeom>
          <a:solidFill>
            <a:srgbClr val="D9D9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dunn.test()</a:t>
            </a:r>
          </a:p>
        </p:txBody>
      </p:sp>
      <p:cxnSp>
        <p:nvCxnSpPr>
          <p:cNvPr id="107" name="Gerade Verbindung mit Pfeil 106"/>
          <p:cNvCxnSpPr>
            <a:stCxn id="32" idx="2"/>
            <a:endCxn id="50" idx="0"/>
          </p:cNvCxnSpPr>
          <p:nvPr/>
        </p:nvCxnSpPr>
        <p:spPr>
          <a:xfrm>
            <a:off x="2857500" y="7696200"/>
            <a:ext cx="0" cy="3714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52" name="posthoc 3">
            <a:extLst>
              <a:ext uri="{FF2B5EF4-FFF2-40B4-BE49-F238E27FC236}">
                <a16:creationId xmlns:a16="http://schemas.microsoft.com/office/drawing/2014/main" id="{A1324FA0-5E33-4A05-A669-55D19A214EF8}"/>
              </a:ext>
            </a:extLst>
          </p:cNvPr>
          <p:cNvSpPr>
            <a:spLocks noGrp="1"/>
          </p:cNvSpPr>
          <p:nvPr/>
        </p:nvSpPr>
        <p:spPr>
          <a:xfrm>
            <a:off x="5810250" y="8067675"/>
            <a:ext cx="1714500" cy="323850"/>
          </a:xfrm>
          <a:prstGeom prst="rect">
            <a:avLst/>
          </a:prstGeom>
          <a:solidFill>
            <a:srgbClr val="D9D9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TukeyHSD()</a:t>
            </a:r>
          </a:p>
        </p:txBody>
      </p:sp>
      <p:cxnSp>
        <p:nvCxnSpPr>
          <p:cNvPr id="109" name="Gerade Verbindung mit Pfeil 108"/>
          <p:cNvCxnSpPr>
            <a:stCxn id="38" idx="2"/>
            <a:endCxn id="52" idx="0"/>
          </p:cNvCxnSpPr>
          <p:nvPr/>
        </p:nvCxnSpPr>
        <p:spPr>
          <a:xfrm>
            <a:off x="6667500" y="7696200"/>
            <a:ext cx="0" cy="3714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54" name="posthoc 5">
            <a:extLst>
              <a:ext uri="{FF2B5EF4-FFF2-40B4-BE49-F238E27FC236}">
                <a16:creationId xmlns:a16="http://schemas.microsoft.com/office/drawing/2014/main" id="{8A0F3415-2740-4A41-88CD-521540091511}"/>
              </a:ext>
            </a:extLst>
          </p:cNvPr>
          <p:cNvSpPr>
            <a:spLocks noGrp="1"/>
          </p:cNvSpPr>
          <p:nvPr/>
        </p:nvSpPr>
        <p:spPr>
          <a:xfrm>
            <a:off x="9620250" y="8067675"/>
            <a:ext cx="1714500" cy="323850"/>
          </a:xfrm>
          <a:prstGeom prst="rect">
            <a:avLst/>
          </a:prstGeom>
          <a:solidFill>
            <a:srgbClr val="D9D9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games.howell()</a:t>
            </a:r>
          </a:p>
        </p:txBody>
      </p:sp>
      <p:cxnSp>
        <p:nvCxnSpPr>
          <p:cNvPr id="111" name="Gerade Verbindung mit Pfeil 110"/>
          <p:cNvCxnSpPr>
            <a:stCxn id="44" idx="2"/>
            <a:endCxn id="54" idx="0"/>
          </p:cNvCxnSpPr>
          <p:nvPr/>
        </p:nvCxnSpPr>
        <p:spPr>
          <a:xfrm>
            <a:off x="10477500" y="7696200"/>
            <a:ext cx="0" cy="3714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56" name="residual explanation">
            <a:extLst>
              <a:ext uri="{FF2B5EF4-FFF2-40B4-BE49-F238E27FC236}">
                <a16:creationId xmlns:a16="http://schemas.microsoft.com/office/drawing/2014/main" id="{E1D674BA-2DB7-42C1-84A3-2158B5F9D79F}"/>
              </a:ext>
            </a:extLst>
          </p:cNvPr>
          <p:cNvSpPr>
            <a:spLocks noGrp="1"/>
          </p:cNvSpPr>
          <p:nvPr/>
        </p:nvSpPr>
        <p:spPr>
          <a:xfrm>
            <a:off x="190499" y="3200400"/>
            <a:ext cx="3238495" cy="5715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r: internally </a:t>
            </a:r>
            <a:r>
              <a:rPr sz="15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studenti</a:t>
            </a:r>
            <a:r>
              <a:rPr lang="en-US" sz="15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</a:t>
            </a:r>
            <a:r>
              <a:rPr sz="15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model residuals</a:t>
            </a:r>
          </a:p>
          <a:p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ank legend">
            <a:extLst>
              <a:ext uri="{FF2B5EF4-FFF2-40B4-BE49-F238E27FC236}">
                <a16:creationId xmlns:a16="http://schemas.microsoft.com/office/drawing/2014/main" id="{A0866559-1A96-5BBF-7EFB-65085D43DB10}"/>
              </a:ext>
            </a:extLst>
          </p:cNvPr>
          <p:cNvSpPr>
            <a:spLocks noGrp="1"/>
          </p:cNvSpPr>
          <p:nvPr/>
        </p:nvSpPr>
        <p:spPr>
          <a:xfrm>
            <a:off x="309564" y="970407"/>
            <a:ext cx="2571750" cy="285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homoscedasticity 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test</a:t>
            </a:r>
          </a:p>
        </p:txBody>
      </p:sp>
      <p:sp>
        <p:nvSpPr>
          <p:cNvPr id="22" name="rank legend">
            <a:extLst>
              <a:ext uri="{FF2B5EF4-FFF2-40B4-BE49-F238E27FC236}">
                <a16:creationId xmlns:a16="http://schemas.microsoft.com/office/drawing/2014/main" id="{693444F8-D98B-45D3-E02E-654A0E3577D3}"/>
              </a:ext>
            </a:extLst>
          </p:cNvPr>
          <p:cNvSpPr>
            <a:spLocks noGrp="1"/>
          </p:cNvSpPr>
          <p:nvPr/>
        </p:nvSpPr>
        <p:spPr>
          <a:xfrm>
            <a:off x="328614" y="1424178"/>
            <a:ext cx="25717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normality 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tests</a:t>
            </a:r>
          </a:p>
        </p:txBody>
      </p:sp>
      <p:sp>
        <p:nvSpPr>
          <p:cNvPr id="24" name="legend title">
            <a:extLst>
              <a:ext uri="{FF2B5EF4-FFF2-40B4-BE49-F238E27FC236}">
                <a16:creationId xmlns:a16="http://schemas.microsoft.com/office/drawing/2014/main" id="{C8F7D813-1806-1D8F-5E97-C62CE26FD9C8}"/>
              </a:ext>
            </a:extLst>
          </p:cNvPr>
          <p:cNvSpPr>
            <a:spLocks noGrp="1"/>
          </p:cNvSpPr>
          <p:nvPr/>
        </p:nvSpPr>
        <p:spPr>
          <a:xfrm>
            <a:off x="381000" y="25622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notations</a:t>
            </a:r>
            <a:endParaRPr sz="1575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final 0">
            <a:extLst>
              <a:ext uri="{FF2B5EF4-FFF2-40B4-BE49-F238E27FC236}">
                <a16:creationId xmlns:a16="http://schemas.microsoft.com/office/drawing/2014/main" id="{90F368DD-EA52-85EC-DB3C-46BB7225ED90}"/>
              </a:ext>
            </a:extLst>
          </p:cNvPr>
          <p:cNvSpPr>
            <a:spLocks noGrp="1"/>
          </p:cNvSpPr>
          <p:nvPr/>
        </p:nvSpPr>
        <p:spPr>
          <a:xfrm>
            <a:off x="11620500" y="7143750"/>
            <a:ext cx="1714500" cy="55245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wilcox.test()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2080E29-40DB-9A7E-EFF6-C4ED08A56ABD}"/>
              </a:ext>
            </a:extLst>
          </p:cNvPr>
          <p:cNvCxnSpPr>
            <a:endCxn id="30" idx="0"/>
          </p:cNvCxnSpPr>
          <p:nvPr/>
        </p:nvCxnSpPr>
        <p:spPr>
          <a:xfrm flipH="1">
            <a:off x="12477750" y="6181725"/>
            <a:ext cx="85725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36" name="k 0">
            <a:extLst>
              <a:ext uri="{FF2B5EF4-FFF2-40B4-BE49-F238E27FC236}">
                <a16:creationId xmlns:a16="http://schemas.microsoft.com/office/drawing/2014/main" id="{BF3E6AB0-6620-C81E-A5CC-8B2559FC424E}"/>
              </a:ext>
            </a:extLst>
          </p:cNvPr>
          <p:cNvSpPr>
            <a:spLocks noGrp="1"/>
          </p:cNvSpPr>
          <p:nvPr/>
        </p:nvSpPr>
        <p:spPr>
          <a:xfrm>
            <a:off x="12477750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39" name="final 1">
            <a:extLst>
              <a:ext uri="{FF2B5EF4-FFF2-40B4-BE49-F238E27FC236}">
                <a16:creationId xmlns:a16="http://schemas.microsoft.com/office/drawing/2014/main" id="{1F1B87E4-07B2-58E3-3383-281F0CE24C04}"/>
              </a:ext>
            </a:extLst>
          </p:cNvPr>
          <p:cNvSpPr>
            <a:spLocks noGrp="1"/>
          </p:cNvSpPr>
          <p:nvPr/>
        </p:nvSpPr>
        <p:spPr>
          <a:xfrm>
            <a:off x="13430250" y="7143750"/>
            <a:ext cx="1714500" cy="55245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kruskal.test()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404306A-C46C-042C-A932-8BDDDC17F0A1}"/>
              </a:ext>
            </a:extLst>
          </p:cNvPr>
          <p:cNvCxnSpPr>
            <a:endCxn id="39" idx="0"/>
          </p:cNvCxnSpPr>
          <p:nvPr/>
        </p:nvCxnSpPr>
        <p:spPr>
          <a:xfrm>
            <a:off x="13335000" y="6181725"/>
            <a:ext cx="952500" cy="9620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5" name="k 1">
            <a:extLst>
              <a:ext uri="{FF2B5EF4-FFF2-40B4-BE49-F238E27FC236}">
                <a16:creationId xmlns:a16="http://schemas.microsoft.com/office/drawing/2014/main" id="{058A5D5F-E4EC-BA2A-8E2B-4050DF5A808F}"/>
              </a:ext>
            </a:extLst>
          </p:cNvPr>
          <p:cNvSpPr>
            <a:spLocks noGrp="1"/>
          </p:cNvSpPr>
          <p:nvPr/>
        </p:nvSpPr>
        <p:spPr>
          <a:xfrm>
            <a:off x="13382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48" name="posthoc 1">
            <a:extLst>
              <a:ext uri="{FF2B5EF4-FFF2-40B4-BE49-F238E27FC236}">
                <a16:creationId xmlns:a16="http://schemas.microsoft.com/office/drawing/2014/main" id="{CF02D013-7C47-01D4-433E-AA68D8D0D405}"/>
              </a:ext>
            </a:extLst>
          </p:cNvPr>
          <p:cNvSpPr>
            <a:spLocks noGrp="1"/>
          </p:cNvSpPr>
          <p:nvPr/>
        </p:nvSpPr>
        <p:spPr>
          <a:xfrm>
            <a:off x="13430250" y="8067675"/>
            <a:ext cx="1714500" cy="323850"/>
          </a:xfrm>
          <a:prstGeom prst="rect">
            <a:avLst/>
          </a:prstGeom>
          <a:solidFill>
            <a:srgbClr val="D9D9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dunn.test()</a:t>
            </a:r>
          </a:p>
        </p:txBody>
      </p:sp>
    </p:spTree>
    <p:extLst>
      <p:ext uri="{BB962C8B-B14F-4D97-AF65-F5344CB8AC3E}">
        <p14:creationId xmlns:p14="http://schemas.microsoft.com/office/powerpoint/2010/main" val="15299474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Macintosh PowerPoint</Application>
  <DocSecurity>0</DocSecurity>
  <PresentationFormat>Benutzerdefiniert</PresentationFormat>
  <Paragraphs>49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Cambria</vt:lpstr>
      <vt:lpstr>Courier New</vt:lpstr>
      <vt:lpstr>ChatGPT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Schilling Sabine HSLU W</cp:lastModifiedBy>
  <cp:revision>1</cp:revision>
  <dcterms:created xsi:type="dcterms:W3CDTF">2026-09-26T09:48:18Z</dcterms:created>
  <dcterms:modified xsi:type="dcterms:W3CDTF">2026-09-26T12:08:19Z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2026-09-26T09:52:24Z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8e9a3546-4856-48be-b818-4cbb81160129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50, 3, 0, 1</vt:lpwstr>
  </property>
</Properties>
</file>