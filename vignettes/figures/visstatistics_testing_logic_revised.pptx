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456" y="17007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code: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1168" y="1929384"/>
            <a:ext cx="1600200" cy="283464"/>
          </a:xfrm>
          <a:prstGeom prst="rect">
            <a:avLst/>
          </a:prstGeom>
          <a:solidFill>
            <a:srgbClr val="FFF3CD"/>
          </a:solidFill>
          <a:ln>
            <a:solidFill>
              <a:srgbClr val="FFF3CD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tests</a:t>
            </a:r>
            <a:endParaRPr lang="en-US" sz="1070" dirty="0"/>
          </a:p>
        </p:txBody>
      </p:sp>
      <p:sp>
        <p:nvSpPr>
          <p:cNvPr id="4" name="Text 2"/>
          <p:cNvSpPr/>
          <p:nvPr/>
        </p:nvSpPr>
        <p:spPr>
          <a:xfrm>
            <a:off x="219456" y="2276856"/>
            <a:ext cx="1600200" cy="283464"/>
          </a:xfrm>
          <a:prstGeom prst="rect">
            <a:avLst/>
          </a:prstGeom>
          <a:solidFill>
            <a:srgbClr val="B4C7E7"/>
          </a:solidFill>
          <a:ln>
            <a:solidFill>
              <a:srgbClr val="B4C7E7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 tests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37744" y="26791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1 − </a:t>
            </a:r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conf.level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37744" y="28986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indent="0" marL="0">
              <a:buNone/>
            </a:pPr>
            <a:r>
              <a:rPr lang="en-US" sz="1050" i="1" baseline="-400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sample size of group/level </a:t>
            </a:r>
            <a:pPr indent="0" marL="0">
              <a:buNone/>
            </a:pPr>
            <a:r>
              <a:rPr lang="en-US" sz="10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" y="1664208"/>
            <a:ext cx="2596896" cy="144475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1664208"/>
            <a:ext cx="5669280" cy="237744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Categorical predictor of </a:t>
            </a:r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“factor”</a:t>
            </a:r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indent="0" marL="0">
              <a:buNone/>
            </a:pPr>
            <a:r>
              <a:rPr lang="en-US" sz="104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levels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3328416" y="1901952"/>
            <a:ext cx="5669280" cy="246888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Numeric response of </a:t>
            </a:r>
            <a:pPr indent="0" marL="0">
              <a:buNone/>
            </a:pPr>
            <a:r>
              <a:rPr lang="en-US" sz="104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“numeric” or “integer”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163056" y="2148840"/>
            <a:ext cx="0" cy="47548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206240" y="2624328"/>
            <a:ext cx="6263640" cy="310896"/>
          </a:xfrm>
          <a:prstGeom prst="rect">
            <a:avLst/>
          </a:prstGeom>
          <a:solidFill>
            <a:srgbClr val="E2F0D9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levene.test()</a:t>
            </a:r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rstandard()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588752" y="2624328"/>
            <a:ext cx="1536192" cy="310896"/>
          </a:xfrm>
          <a:prstGeom prst="rect">
            <a:avLst/>
          </a:prstGeom>
          <a:solidFill>
            <a:srgbClr val="E2F0D9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homoscedasticity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39712" y="2935224"/>
            <a:ext cx="-2651760" cy="5669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983480" y="3163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pL &lt; α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3502152"/>
            <a:ext cx="3200400" cy="301752"/>
          </a:xfrm>
          <a:prstGeom prst="rect">
            <a:avLst/>
          </a:prstGeom>
          <a:solidFill>
            <a:srgbClr val="FBE5D6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shapiro.test()</a:t>
            </a:r>
            <a:pPr algn="ctr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within groups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28432" y="2935224"/>
            <a:ext cx="292608" cy="5669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339328" y="3136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pL ≥ 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3502152"/>
            <a:ext cx="3456432" cy="301752"/>
          </a:xfrm>
          <a:prstGeom prst="rect">
            <a:avLst/>
          </a:prstGeom>
          <a:solidFill>
            <a:srgbClr val="FBE5D6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shapiro.test()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rstandard()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88752" y="3502152"/>
            <a:ext cx="1536192" cy="301752"/>
          </a:xfrm>
          <a:prstGeom prst="rect">
            <a:avLst/>
          </a:prstGeom>
          <a:solidFill>
            <a:srgbClr val="FBE5D6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normality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489704" y="4626864"/>
            <a:ext cx="2834640" cy="283464"/>
          </a:xfrm>
          <a:prstGeom prst="rect">
            <a:avLst/>
          </a:prstGeom>
          <a:solidFill>
            <a:srgbClr val="B4C7E7"/>
          </a:solidFill>
          <a:ln>
            <a:solidFill>
              <a:srgbClr val="B4C7E7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 tests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13048" y="3803904"/>
            <a:ext cx="-1271016" cy="108813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267712" y="409651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all pSW,g ≥ α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4297680" y="3803904"/>
            <a:ext cx="960120" cy="82296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212080" y="384048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any pSW,g &lt; α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476488" y="3803904"/>
            <a:ext cx="1179576" cy="108813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857232" y="38679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pSW ≥ 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73568" y="3803904"/>
            <a:ext cx="-1417320" cy="82296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022592" y="40233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pSW &lt; 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78992" y="50109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= 2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310128" y="48920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&gt; 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542032" y="4892040"/>
            <a:ext cx="0" cy="11887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42032" y="5010912"/>
            <a:ext cx="-1060704" cy="40233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542032" y="5010912"/>
            <a:ext cx="731520" cy="40233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04088" y="5413248"/>
            <a:ext cx="1554480" cy="283464"/>
          </a:xfrm>
          <a:prstGeom prst="rect">
            <a:avLst/>
          </a:prstGeom>
          <a:solidFill>
            <a:srgbClr val="FFF3CD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t.test()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2459736" y="5413248"/>
            <a:ext cx="1627632" cy="283464"/>
          </a:xfrm>
          <a:prstGeom prst="rect">
            <a:avLst/>
          </a:prstGeom>
          <a:solidFill>
            <a:srgbClr val="FFF3CD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oneway.test()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3273552" y="5696712"/>
            <a:ext cx="0" cy="27432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2487168" y="5971032"/>
            <a:ext cx="1664208" cy="283464"/>
          </a:xfrm>
          <a:prstGeom prst="rect">
            <a:avLst/>
          </a:prstGeom>
          <a:solidFill>
            <a:srgbClr val="D0CECE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games.howell()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07024" y="4910328"/>
            <a:ext cx="0" cy="11887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07024" y="5029200"/>
            <a:ext cx="-841248" cy="38404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07024" y="5029200"/>
            <a:ext cx="813816" cy="38404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663440" y="50109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= 2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748272" y="4965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&gt; 2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306824" y="5413248"/>
            <a:ext cx="1517904" cy="283464"/>
          </a:xfrm>
          <a:prstGeom prst="rect">
            <a:avLst/>
          </a:prstGeom>
          <a:solidFill>
            <a:srgbClr val="B4C7E7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wilcox.test()</a:t>
            </a: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5980176" y="5413248"/>
            <a:ext cx="1600200" cy="283464"/>
          </a:xfrm>
          <a:prstGeom prst="rect">
            <a:avLst/>
          </a:prstGeom>
          <a:solidFill>
            <a:srgbClr val="B4C7E7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kruskal.test()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84848" y="5696712"/>
            <a:ext cx="0" cy="27432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989320" y="5971032"/>
            <a:ext cx="1600200" cy="283464"/>
          </a:xfrm>
          <a:prstGeom prst="rect">
            <a:avLst/>
          </a:prstGeom>
          <a:solidFill>
            <a:srgbClr val="D0CECE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dunn.test()</a:t>
            </a:r>
            <a:endParaRPr lang="en-US" sz="1010" dirty="0"/>
          </a:p>
        </p:txBody>
      </p:sp>
      <p:sp>
        <p:nvSpPr>
          <p:cNvPr id="47" name="Shape 45"/>
          <p:cNvSpPr/>
          <p:nvPr/>
        </p:nvSpPr>
        <p:spPr>
          <a:xfrm>
            <a:off x="9619488" y="4892040"/>
            <a:ext cx="0" cy="13716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19488" y="5029200"/>
            <a:ext cx="-886968" cy="38404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619488" y="5029200"/>
            <a:ext cx="667512" cy="38404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8302752" y="50109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= 2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0369296" y="4965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&gt; 2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754112" y="5413248"/>
            <a:ext cx="1920240" cy="283464"/>
          </a:xfrm>
          <a:prstGeom prst="rect">
            <a:avLst/>
          </a:prstGeom>
          <a:solidFill>
            <a:srgbClr val="FFF3CD"/>
          </a:solidFill>
          <a:ln w="10160">
            <a:solidFill>
              <a:srgbClr val="0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t.test(…,var.equal=TRUE)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9875520" y="5413248"/>
            <a:ext cx="822960" cy="283464"/>
          </a:xfrm>
          <a:prstGeom prst="rect">
            <a:avLst/>
          </a:prstGeom>
          <a:solidFill>
            <a:srgbClr val="FFF3CD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aov()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287000" y="5696712"/>
            <a:ext cx="0" cy="27432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9765792" y="5971032"/>
            <a:ext cx="1042416" cy="283464"/>
          </a:xfrm>
          <a:prstGeom prst="rect">
            <a:avLst/>
          </a:prstGeom>
          <a:solidFill>
            <a:srgbClr val="D0CECE"/>
          </a:solidFill>
          <a:ln w="10160">
            <a:solidFill>
              <a:srgbClr val="C9D7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TukeyHSD()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10863072" y="5413248"/>
            <a:ext cx="1225296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selected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863072" y="5971032"/>
            <a:ext cx="1225296" cy="283464"/>
          </a:xfrm>
          <a:prstGeom prst="rect">
            <a:avLst/>
          </a:prstGeom>
          <a:solidFill>
            <a:srgbClr val="D0CECE"/>
          </a:solidFill>
          <a:ln w="10160">
            <a:solidFill>
              <a:srgbClr val="D0CEC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test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Revised testing logic</dc:title>
  <dc:subject>visStatistics testing logic</dc:subject>
  <dc:creator>OpenAI</dc:creator>
  <cp:lastModifiedBy>OpenAI</cp:lastModifiedBy>
  <cp:revision>1</cp:revision>
  <dcterms:created xsi:type="dcterms:W3CDTF">2026-09-26T09:08:17Z</dcterms:created>
  <dcterms:modified xsi:type="dcterms:W3CDTF">2026-09-26T09:08:17Z</dcterms:modified>
</cp:coreProperties>
</file>