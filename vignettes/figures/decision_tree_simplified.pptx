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6" r:id="rId2"/>
    <p:sldId id="26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86D12-6723-CC4E-A0E1-2BC3243ABD01}" v="12" dt="2025-12-27T17:44:40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8"/>
    <p:restoredTop sz="79375"/>
  </p:normalViewPr>
  <p:slideViewPr>
    <p:cSldViewPr snapToGrid="0" snapToObjects="1" showGuides="1">
      <p:cViewPr>
        <p:scale>
          <a:sx n="114" d="100"/>
          <a:sy n="114" d="100"/>
        </p:scale>
        <p:origin x="-224" y="-56"/>
      </p:cViewPr>
      <p:guideLst>
        <p:guide orient="horz" pos="2228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24B0-7C97-EEF9-4EE9-87000410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D2B6BD-8E77-688C-BA14-074C53DA8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B3410F-5591-A32D-D8AB-CB79C43FE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16B48-F2F4-F787-F151-A13B6A2B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39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926B-49C4-591F-2611-4501B979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5B5891-1E36-AE13-C7CE-F88F374A4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F07724-D67C-B8CA-5396-E16791643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FF747C-1734-1852-51EC-D016FC409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432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22.12.25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F73C-AA51-7089-F452-04EB6DB0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feld 159">
            <a:extLst>
              <a:ext uri="{FF2B5EF4-FFF2-40B4-BE49-F238E27FC236}">
                <a16:creationId xmlns:a16="http://schemas.microsoft.com/office/drawing/2014/main" id="{560A487B-BA43-AB6B-8EF4-09B161FBEF91}"/>
              </a:ext>
            </a:extLst>
          </p:cNvPr>
          <p:cNvSpPr txBox="1"/>
          <p:nvPr/>
        </p:nvSpPr>
        <p:spPr>
          <a:xfrm>
            <a:off x="10466741" y="1690687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</a:t>
            </a:r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normality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3A17253-FA9F-B244-5397-9709069A12C4}"/>
              </a:ext>
            </a:extLst>
          </p:cNvPr>
          <p:cNvSpPr txBox="1"/>
          <p:nvPr/>
        </p:nvSpPr>
        <p:spPr>
          <a:xfrm>
            <a:off x="998506" y="1591030"/>
            <a:ext cx="3906703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each level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84DE5E89-3602-1EE2-C8EF-C76D73E33AC6}"/>
              </a:ext>
            </a:extLst>
          </p:cNvPr>
          <p:cNvSpPr txBox="1"/>
          <p:nvPr/>
        </p:nvSpPr>
        <p:spPr>
          <a:xfrm>
            <a:off x="998506" y="3574388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45A4D30-456F-B440-3895-29A87290D16A}"/>
              </a:ext>
            </a:extLst>
          </p:cNvPr>
          <p:cNvSpPr txBox="1"/>
          <p:nvPr/>
        </p:nvSpPr>
        <p:spPr>
          <a:xfrm>
            <a:off x="2623343" y="3574388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B3B4585-D94C-F7A1-B6DD-BEDE9A4EFE36}"/>
              </a:ext>
            </a:extLst>
          </p:cNvPr>
          <p:cNvSpPr txBox="1"/>
          <p:nvPr/>
        </p:nvSpPr>
        <p:spPr>
          <a:xfrm>
            <a:off x="7906196" y="3574388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C83EAB7E-EC55-3AF9-7904-AE52F1946FC1}"/>
              </a:ext>
            </a:extLst>
          </p:cNvPr>
          <p:cNvSpPr txBox="1"/>
          <p:nvPr/>
        </p:nvSpPr>
        <p:spPr>
          <a:xfrm>
            <a:off x="7873473" y="4273424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5F9BBE4E-8C0F-D0B9-244C-73149C41AEDF}"/>
              </a:ext>
            </a:extLst>
          </p:cNvPr>
          <p:cNvSpPr txBox="1"/>
          <p:nvPr/>
        </p:nvSpPr>
        <p:spPr>
          <a:xfrm>
            <a:off x="2621957" y="4273424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F33D17D-B4E7-4A15-72D0-3D92AC1C5841}"/>
              </a:ext>
            </a:extLst>
          </p:cNvPr>
          <p:cNvSpPr txBox="1"/>
          <p:nvPr/>
        </p:nvSpPr>
        <p:spPr>
          <a:xfrm>
            <a:off x="6190820" y="3574388"/>
            <a:ext cx="144700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/>
              <p:nvPr/>
            </p:nvSpPr>
            <p:spPr>
              <a:xfrm>
                <a:off x="998506" y="2235164"/>
                <a:ext cx="3906701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2235164"/>
                <a:ext cx="3906701" cy="276999"/>
              </a:xfrm>
              <a:prstGeom prst="rect">
                <a:avLst/>
              </a:prstGeom>
              <a:blipFill>
                <a:blip r:embed="rId4"/>
                <a:stretch>
                  <a:fillRect t="-4348" b="-8696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7C7C90E0-E517-64BA-D41B-40B336F9CCFA}"/>
              </a:ext>
            </a:extLst>
          </p:cNvPr>
          <p:cNvSpPr txBox="1"/>
          <p:nvPr/>
        </p:nvSpPr>
        <p:spPr>
          <a:xfrm>
            <a:off x="10466743" y="4273424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/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06AB22BD-5AD8-3EC3-CED8-2566B1AA0144}"/>
              </a:ext>
            </a:extLst>
          </p:cNvPr>
          <p:cNvSpPr txBox="1"/>
          <p:nvPr/>
        </p:nvSpPr>
        <p:spPr>
          <a:xfrm>
            <a:off x="10466742" y="3578911"/>
            <a:ext cx="161842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5065234F-6F38-1DC1-8380-35A188942DD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57A86FB-C2B8-6834-FCCC-2B5BD446650E}"/>
              </a:ext>
            </a:extLst>
          </p:cNvPr>
          <p:cNvSpPr txBox="1"/>
          <p:nvPr/>
        </p:nvSpPr>
        <p:spPr>
          <a:xfrm>
            <a:off x="2621957" y="5088311"/>
            <a:ext cx="2341205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1D51A81E-99D0-3FD1-DB90-24A001771304}"/>
              </a:ext>
            </a:extLst>
          </p:cNvPr>
          <p:cNvSpPr txBox="1"/>
          <p:nvPr/>
        </p:nvSpPr>
        <p:spPr>
          <a:xfrm>
            <a:off x="998506" y="5097213"/>
            <a:ext cx="1447007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77" name="Textfeld 476">
            <a:extLst>
              <a:ext uri="{FF2B5EF4-FFF2-40B4-BE49-F238E27FC236}">
                <a16:creationId xmlns:a16="http://schemas.microsoft.com/office/drawing/2014/main" id="{B8175C6B-E50D-CD5D-167A-9DCCFF825618}"/>
              </a:ext>
            </a:extLst>
          </p:cNvPr>
          <p:cNvSpPr txBox="1"/>
          <p:nvPr/>
        </p:nvSpPr>
        <p:spPr>
          <a:xfrm>
            <a:off x="1065209" y="4869319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94681B08-1213-94D5-11D9-ED24A515314C}"/>
              </a:ext>
            </a:extLst>
          </p:cNvPr>
          <p:cNvGrpSpPr/>
          <p:nvPr/>
        </p:nvGrpSpPr>
        <p:grpSpPr>
          <a:xfrm>
            <a:off x="2906791" y="729980"/>
            <a:ext cx="5142560" cy="528220"/>
            <a:chOff x="1278983" y="1339017"/>
            <a:chExt cx="2729665" cy="310727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3BA7FFCA-4D72-0364-B518-FE3158E315A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278983" y="1339017"/>
              <a:ext cx="1807783" cy="262316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A7224410-7D89-E92E-63F1-1C821F8A47D6}"/>
                </a:ext>
              </a:extLst>
            </p:cNvPr>
            <p:cNvCxnSpPr>
              <a:cxnSpLocks/>
              <a:stCxn id="7" idx="2"/>
              <a:endCxn id="22" idx="0"/>
            </p:cNvCxnSpPr>
            <p:nvPr/>
          </p:nvCxnSpPr>
          <p:spPr>
            <a:xfrm>
              <a:off x="3086766" y="1339017"/>
              <a:ext cx="921882" cy="310727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00D746DC-102B-3451-7FA5-F6D9390A75CF}"/>
              </a:ext>
            </a:extLst>
          </p:cNvPr>
          <p:cNvCxnSpPr>
            <a:cxnSpLocks/>
          </p:cNvCxnSpPr>
          <p:nvPr/>
        </p:nvCxnSpPr>
        <p:spPr>
          <a:xfrm>
            <a:off x="7783227" y="1591030"/>
            <a:ext cx="0" cy="118948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538BDC58-6AA6-A935-F515-6119FA86DF43}"/>
              </a:ext>
            </a:extLst>
          </p:cNvPr>
          <p:cNvCxnSpPr>
            <a:cxnSpLocks/>
            <a:stCxn id="27" idx="2"/>
            <a:endCxn id="94" idx="0"/>
          </p:cNvCxnSpPr>
          <p:nvPr/>
        </p:nvCxnSpPr>
        <p:spPr>
          <a:xfrm flipH="1">
            <a:off x="3792560" y="3851387"/>
            <a:ext cx="1" cy="422037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AB751EC2-5961-AD29-08CB-BC42FA3F0C6C}"/>
              </a:ext>
            </a:extLst>
          </p:cNvPr>
          <p:cNvSpPr/>
          <p:nvPr/>
        </p:nvSpPr>
        <p:spPr>
          <a:xfrm>
            <a:off x="998506" y="4788842"/>
            <a:ext cx="6342452" cy="734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/>
              <p:nvPr/>
            </p:nvSpPr>
            <p:spPr>
              <a:xfrm>
                <a:off x="998506" y="1228159"/>
                <a:ext cx="3906702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1228159"/>
                <a:ext cx="3906702" cy="276999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2429EDB-E2BB-31CA-2821-75B3F5DFF992}"/>
              </a:ext>
            </a:extLst>
          </p:cNvPr>
          <p:cNvGrpSpPr/>
          <p:nvPr/>
        </p:nvGrpSpPr>
        <p:grpSpPr>
          <a:xfrm>
            <a:off x="1851015" y="2530689"/>
            <a:ext cx="1843637" cy="793298"/>
            <a:chOff x="2719572" y="1536945"/>
            <a:chExt cx="1289076" cy="305400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E0BA3BAB-194F-2614-63E2-848507600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93C14A77-D1D8-9E6D-BA0B-FD743BDCE7B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C16D46-EC0B-DA4F-46E7-5A56383CD619}"/>
                  </a:ext>
                </a:extLst>
              </p:cNvPr>
              <p:cNvSpPr txBox="1"/>
              <p:nvPr/>
            </p:nvSpPr>
            <p:spPr>
              <a:xfrm>
                <a:off x="998506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C16D46-EC0B-DA4F-46E7-5A56383C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3274919"/>
                <a:ext cx="144700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C5E72C-1F11-719A-6516-D7140AE2610E}"/>
                  </a:ext>
                </a:extLst>
              </p:cNvPr>
              <p:cNvSpPr txBox="1"/>
              <p:nvPr/>
            </p:nvSpPr>
            <p:spPr>
              <a:xfrm>
                <a:off x="2633297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C5E72C-1F11-719A-6516-D7140AE26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297" y="3274919"/>
                <a:ext cx="232286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6B5030A-EBE8-2DA4-3E36-5101FD1D28BD}"/>
              </a:ext>
            </a:extLst>
          </p:cNvPr>
          <p:cNvGrpSpPr/>
          <p:nvPr/>
        </p:nvGrpSpPr>
        <p:grpSpPr>
          <a:xfrm>
            <a:off x="7013112" y="2782527"/>
            <a:ext cx="1552397" cy="469922"/>
            <a:chOff x="2719572" y="1536945"/>
            <a:chExt cx="1289076" cy="30540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2F0B4AC8-71F1-9AEF-3092-82D771B5F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5EDDCEE-12BE-FCBC-18F0-04DB0A54C28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B3F98F4-D1BC-BE0D-4FF7-72A0EB4D7159}"/>
                  </a:ext>
                </a:extLst>
              </p:cNvPr>
              <p:cNvSpPr txBox="1"/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B3F98F4-D1BC-BE0D-4FF7-72A0EB4D7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C6471B-7056-688A-EC2A-1D6753E5AA8C}"/>
                  </a:ext>
                </a:extLst>
              </p:cNvPr>
              <p:cNvSpPr txBox="1"/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C6471B-7056-688A-EC2A-1D6753E5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574FECB-A6C7-E449-BB85-3996B08969BB}"/>
                  </a:ext>
                </a:extLst>
              </p:cNvPr>
              <p:cNvSpPr txBox="1"/>
              <p:nvPr/>
            </p:nvSpPr>
            <p:spPr>
              <a:xfrm>
                <a:off x="6096000" y="1258200"/>
                <a:ext cx="3906702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574FECB-A6C7-E449-BB85-3996B0896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58200"/>
                <a:ext cx="3906702" cy="276999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A467007-CE63-1E97-0D00-42EEB766F4C5}"/>
                  </a:ext>
                </a:extLst>
              </p:cNvPr>
              <p:cNvSpPr txBox="1"/>
              <p:nvPr/>
            </p:nvSpPr>
            <p:spPr>
              <a:xfrm>
                <a:off x="6099221" y="2235164"/>
                <a:ext cx="1399054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A467007-CE63-1E97-0D00-42EEB766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221" y="2235164"/>
                <a:ext cx="1399054" cy="276999"/>
              </a:xfrm>
              <a:prstGeom prst="rect">
                <a:avLst/>
              </a:prstGeom>
              <a:blipFill>
                <a:blip r:embed="rId11"/>
                <a:stretch>
                  <a:fillRect t="-4348" b="-8696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669BFBA-D06F-3B80-44AA-8E3C1ADC8F98}"/>
              </a:ext>
            </a:extLst>
          </p:cNvPr>
          <p:cNvCxnSpPr>
            <a:cxnSpLocks/>
          </p:cNvCxnSpPr>
          <p:nvPr/>
        </p:nvCxnSpPr>
        <p:spPr>
          <a:xfrm>
            <a:off x="9206473" y="4141878"/>
            <a:ext cx="0" cy="19305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12337695-489B-9870-8490-57AFCBFBA0BE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6798748" y="2512163"/>
            <a:ext cx="984479" cy="2259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FF91D70-E81C-3E6D-1431-434D5CF7DEF6}"/>
              </a:ext>
            </a:extLst>
          </p:cNvPr>
          <p:cNvGrpSpPr/>
          <p:nvPr/>
        </p:nvGrpSpPr>
        <p:grpSpPr>
          <a:xfrm>
            <a:off x="3027444" y="1895410"/>
            <a:ext cx="3771304" cy="366352"/>
            <a:chOff x="2719572" y="1536945"/>
            <a:chExt cx="1289076" cy="305400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B2CDB4D5-E655-484C-0E4A-B34B2480D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F608DE68-5E8D-6B09-5087-A6155F79256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3570E93-CCB2-4C68-5D1D-DCBF787DCCF7}"/>
              </a:ext>
            </a:extLst>
          </p:cNvPr>
          <p:cNvGrpSpPr/>
          <p:nvPr/>
        </p:nvGrpSpPr>
        <p:grpSpPr>
          <a:xfrm>
            <a:off x="4210348" y="742114"/>
            <a:ext cx="3771304" cy="366352"/>
            <a:chOff x="2719572" y="1536945"/>
            <a:chExt cx="1289076" cy="305400"/>
          </a:xfrm>
        </p:grpSpPr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FA1B629F-E045-FFDD-0411-D6B735EC6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540916DC-5FCD-2F76-966E-D166E48688E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8DAC7C5-6C90-9A25-04D5-9FEF26EC3231}"/>
              </a:ext>
            </a:extLst>
          </p:cNvPr>
          <p:cNvCxnSpPr>
            <a:cxnSpLocks/>
          </p:cNvCxnSpPr>
          <p:nvPr/>
        </p:nvCxnSpPr>
        <p:spPr>
          <a:xfrm>
            <a:off x="3792560" y="3871981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C0B25A9-2687-8D67-C5A2-D575970E65FB}"/>
              </a:ext>
            </a:extLst>
          </p:cNvPr>
          <p:cNvCxnSpPr>
            <a:cxnSpLocks/>
          </p:cNvCxnSpPr>
          <p:nvPr/>
        </p:nvCxnSpPr>
        <p:spPr>
          <a:xfrm>
            <a:off x="9078486" y="3851387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1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9AFC-CD70-982A-DBDA-86555636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feld 159">
            <a:extLst>
              <a:ext uri="{FF2B5EF4-FFF2-40B4-BE49-F238E27FC236}">
                <a16:creationId xmlns:a16="http://schemas.microsoft.com/office/drawing/2014/main" id="{32343269-6602-BE89-6A69-CE14BE9C1B88}"/>
              </a:ext>
            </a:extLst>
          </p:cNvPr>
          <p:cNvSpPr txBox="1"/>
          <p:nvPr/>
        </p:nvSpPr>
        <p:spPr>
          <a:xfrm>
            <a:off x="10466741" y="1690687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</a:t>
            </a:r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normality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EBDA44C-73DC-3A1A-11CB-133C08445E81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EBDA44C-73DC-3A1A-11CB-133C08445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28FA08D1-C3AE-0652-9A48-9023D4610DD6}"/>
              </a:ext>
            </a:extLst>
          </p:cNvPr>
          <p:cNvSpPr txBox="1"/>
          <p:nvPr/>
        </p:nvSpPr>
        <p:spPr>
          <a:xfrm>
            <a:off x="7108409" y="1507679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B1B3773C-274E-336D-E030-CC35D9FB9C48}"/>
              </a:ext>
            </a:extLst>
          </p:cNvPr>
          <p:cNvSpPr txBox="1"/>
          <p:nvPr/>
        </p:nvSpPr>
        <p:spPr>
          <a:xfrm>
            <a:off x="7075686" y="2206715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FED2405C-660B-CCC9-3EB7-23834ACB782D}"/>
              </a:ext>
            </a:extLst>
          </p:cNvPr>
          <p:cNvSpPr txBox="1"/>
          <p:nvPr/>
        </p:nvSpPr>
        <p:spPr>
          <a:xfrm>
            <a:off x="2943726" y="1409733"/>
            <a:ext cx="144700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ACF54C-0EAA-3A67-77EC-9C898DFF873C}"/>
              </a:ext>
            </a:extLst>
          </p:cNvPr>
          <p:cNvSpPr txBox="1"/>
          <p:nvPr/>
        </p:nvSpPr>
        <p:spPr>
          <a:xfrm>
            <a:off x="10466743" y="4273424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E4BD2EA5-D25B-8C15-2733-8E2A2D1D9D5C}"/>
                  </a:ext>
                </a:extLst>
              </p:cNvPr>
              <p:cNvSpPr txBox="1"/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E4BD2EA5-D25B-8C15-2733-8E2A2D1D9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915687A9-8923-6415-1631-86AF5E4BDCD0}"/>
              </a:ext>
            </a:extLst>
          </p:cNvPr>
          <p:cNvSpPr txBox="1"/>
          <p:nvPr/>
        </p:nvSpPr>
        <p:spPr>
          <a:xfrm>
            <a:off x="10466742" y="3578911"/>
            <a:ext cx="161842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B2C34A30-B9E6-7C75-1648-FD1E63851B6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246CA81A-7D14-570C-B769-94A229A7B8AE}"/>
              </a:ext>
            </a:extLst>
          </p:cNvPr>
          <p:cNvGrpSpPr/>
          <p:nvPr/>
        </p:nvGrpSpPr>
        <p:grpSpPr>
          <a:xfrm>
            <a:off x="2906791" y="729980"/>
            <a:ext cx="5142560" cy="528220"/>
            <a:chOff x="1278983" y="1339017"/>
            <a:chExt cx="2729665" cy="310727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9C94E7FB-9A4D-10F1-FE12-D05A1A8305DD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278983" y="1339017"/>
              <a:ext cx="1807783" cy="262316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C0B4E62F-50C0-DD7B-0D15-C34A78E70B3C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86766" y="1339017"/>
              <a:ext cx="921882" cy="310727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hteck 78">
            <a:extLst>
              <a:ext uri="{FF2B5EF4-FFF2-40B4-BE49-F238E27FC236}">
                <a16:creationId xmlns:a16="http://schemas.microsoft.com/office/drawing/2014/main" id="{2C8EFB28-B064-4487-A0A6-F2D2A629A62D}"/>
              </a:ext>
            </a:extLst>
          </p:cNvPr>
          <p:cNvSpPr/>
          <p:nvPr/>
        </p:nvSpPr>
        <p:spPr>
          <a:xfrm>
            <a:off x="998506" y="4788842"/>
            <a:ext cx="6342452" cy="734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4420FD2-A34B-7450-5D0B-7E73A4B341BB}"/>
                  </a:ext>
                </a:extLst>
              </p:cNvPr>
              <p:cNvSpPr txBox="1"/>
              <p:nvPr/>
            </p:nvSpPr>
            <p:spPr>
              <a:xfrm>
                <a:off x="3162673" y="1120600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4420FD2-A34B-7450-5D0B-7E73A4B34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673" y="1120600"/>
                <a:ext cx="144700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766EC5D-1E4A-29F4-A01B-0FBC7CE786AE}"/>
                  </a:ext>
                </a:extLst>
              </p:cNvPr>
              <p:cNvSpPr txBox="1"/>
              <p:nvPr/>
            </p:nvSpPr>
            <p:spPr>
              <a:xfrm>
                <a:off x="7119266" y="1208210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766EC5D-1E4A-29F4-A01B-0FBC7CE78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266" y="1208210"/>
                <a:ext cx="2322867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DF60565-8C24-2554-76B7-46720FC9CFE9}"/>
              </a:ext>
            </a:extLst>
          </p:cNvPr>
          <p:cNvCxnSpPr>
            <a:cxnSpLocks/>
          </p:cNvCxnSpPr>
          <p:nvPr/>
        </p:nvCxnSpPr>
        <p:spPr>
          <a:xfrm>
            <a:off x="8408686" y="2075169"/>
            <a:ext cx="0" cy="19305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5A7A9254-0F9B-463A-49F8-753D826A9504}"/>
              </a:ext>
            </a:extLst>
          </p:cNvPr>
          <p:cNvGrpSpPr/>
          <p:nvPr/>
        </p:nvGrpSpPr>
        <p:grpSpPr>
          <a:xfrm>
            <a:off x="4210348" y="742114"/>
            <a:ext cx="3771304" cy="366352"/>
            <a:chOff x="2719572" y="1536945"/>
            <a:chExt cx="1289076" cy="305400"/>
          </a:xfrm>
        </p:grpSpPr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2821E20A-8235-89AF-7E93-42DB15FCB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0495827B-B673-1EFD-BF68-C04E6DCD6442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704D0D1F-586E-9BFC-D9E7-31432CA12412}"/>
              </a:ext>
            </a:extLst>
          </p:cNvPr>
          <p:cNvCxnSpPr>
            <a:cxnSpLocks/>
          </p:cNvCxnSpPr>
          <p:nvPr/>
        </p:nvCxnSpPr>
        <p:spPr>
          <a:xfrm>
            <a:off x="8280699" y="1784678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346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Macintosh PowerPoint</Application>
  <PresentationFormat>Breitbild</PresentationFormat>
  <Paragraphs>39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35</cp:revision>
  <dcterms:created xsi:type="dcterms:W3CDTF">2023-05-08T12:12:17Z</dcterms:created>
  <dcterms:modified xsi:type="dcterms:W3CDTF">2025-12-27T17:44:45Z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