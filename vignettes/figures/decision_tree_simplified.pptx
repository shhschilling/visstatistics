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6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F86D12-6723-CC4E-A0E1-2BC3243ABD01}" v="7" dt="2025-12-27T16:52:27.5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000"/>
    <p:restoredTop sz="79375"/>
  </p:normalViewPr>
  <p:slideViewPr>
    <p:cSldViewPr snapToGrid="0" snapToObjects="1" showGuides="1">
      <p:cViewPr>
        <p:scale>
          <a:sx n="114" d="100"/>
          <a:sy n="114" d="100"/>
        </p:scale>
        <p:origin x="-528" y="-472"/>
      </p:cViewPr>
      <p:guideLst>
        <p:guide orient="horz" pos="2228"/>
        <p:guide pos="3840"/>
      </p:guideLst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CA108-3915-9043-8428-B4BE4472B821}" type="datetimeFigureOut">
              <a:rPr lang="de-DE" smtClean="0"/>
              <a:t>22.12.25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B21A6D-3249-074E-BBD6-BCFA953678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366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024B0-7C97-EEF9-4EE9-87000410E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ED2B6BD-8E77-688C-BA14-074C53DA8C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2B3410F-5591-A32D-D8AB-CB79C43FED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8E16B48-F2F4-F787-F151-A13B6A2B0F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43981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ECEF21-0523-3245-A3FA-5D78C65A5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75FCB35-54D7-B745-9657-FF74691F5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FB4C31-A070-E749-B7E9-CAD5936A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22.12.25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4BDDB1-76AF-F240-BE46-91A5D3ACF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D5B39-7F00-5F46-862B-911988D34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349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54BE9-111B-6643-8D26-3DD596FE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B77CD3-C0E5-484B-AA36-1FAB6E941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AE1DB2-DB10-BF4C-875B-98CAE475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22.12.25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9CC44-0F69-3747-A15E-BACC7779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55398D-D950-0B47-9A96-AABF434F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79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DCAD7-127F-4A49-A00E-1493C9F4F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93E74A8-D7E8-5E47-9B26-F406CD93C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C5F87-4EBC-EC46-BC69-2EA7086C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22.12.25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F350A8-A53D-4D41-A2F9-A9AFF938D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18D8E7-39AC-0B46-987D-0950F1CD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266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F7841-3B2B-604F-815C-62EC3AAF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4B11C0-B11E-F540-81AE-52BAEDA20D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19245B3-41C8-C343-88E2-BE23F220E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9DD4A7-C44D-9E43-BF1E-F13205AEE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22.12.25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4D8E9D-4D59-1F45-8E08-61D1A8B65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2EFA05-29DD-0641-A620-7019B4A0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413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FB19D6-A6D2-AF40-A13C-FA7BE88B6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ACBB3E-E485-5F42-BEC1-669009E5F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955C11-20E8-0348-A806-9CDE1284C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D82558-8DBB-944E-BBE0-6A7C6E8343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790C5-2F18-8E45-94AA-64F30C096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BFF6501-64C2-C943-A8E9-C5E1B7491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22.12.25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95BB371-362A-B645-9C58-F190A3C77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3A6B4C4-5B8D-2241-A404-A2768A846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720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CD577-05C9-164F-939D-D883FFD2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782072-9B65-E543-BC58-68B5955A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22.12.25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A1934E-231F-354D-B826-E7AD8E4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B6EAF-2961-3F47-B50E-4F50125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963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11E0EEA-87BD-7E4D-BDD1-E816BF78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22.12.25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A06A65-624C-EA4B-936E-DBCEC9D5E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82C9F7-D6EF-DC40-B7B5-4E48A458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319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B16D9-E2F7-324E-A99A-47378B28E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B2D12D-5159-294F-8EA7-5F484B348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C48EA53-C77F-FF44-992C-A85A3C70F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CC8764-0DBF-344B-912D-C3453B17B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22.12.25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0CBC3-1569-3744-9FB2-E12E54EA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50A68D-38F0-CC4E-8DE1-604F3C84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1960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F1231F-387B-1544-82E5-776081E5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E53984-9ED8-374C-9F9D-A49EB58D0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7C99D1-BB16-F749-B0AB-0A6B34283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531638-E076-814A-870C-37518A17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22.12.25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3AFDA6-425A-4C48-A64B-2FC02B24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CAA1C2-0368-3F42-B248-087F9171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74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9C4A6-64B8-904B-959B-523D6331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A91367-9EA8-B14F-A1E3-0D7488D17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5B52B-F627-0243-95BF-CAF30A424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22.12.25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7D948D-68F0-444F-A060-6F3ECCFE0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57819-4A50-7C44-911B-582581B34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74BDCF-A048-7341-8942-C4374B848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7FF7B22-2769-8144-A326-25919C1D0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5B7B6A-9CEB-6C42-9C7B-F9ED3826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22.12.25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8C4A24-0F26-0840-A896-381E0715D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341010-5E03-FB4F-AE26-6B22D37B1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58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18E2AF2-F7FF-0F4F-A4BE-509679AC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B262F-55F8-F14A-9AC3-B59BB1C13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1F1D78-192B-D042-83F5-BB397139B2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97422-92ED-3D47-BF28-17000E80E497}" type="datetimeFigureOut">
              <a:rPr lang="de-DE" smtClean="0"/>
              <a:t>22.12.25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94F689-F2F7-294B-8BF5-FD360E11C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99928-F7B0-4B46-865C-13B1B95B4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065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EF73C-AA51-7089-F452-04EB6DB0B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feld 159">
            <a:extLst>
              <a:ext uri="{FF2B5EF4-FFF2-40B4-BE49-F238E27FC236}">
                <a16:creationId xmlns:a16="http://schemas.microsoft.com/office/drawing/2014/main" id="{560A487B-BA43-AB6B-8EF4-09B161FBEF91}"/>
              </a:ext>
            </a:extLst>
          </p:cNvPr>
          <p:cNvSpPr txBox="1"/>
          <p:nvPr/>
        </p:nvSpPr>
        <p:spPr>
          <a:xfrm>
            <a:off x="10466741" y="1690687"/>
            <a:ext cx="1618428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Check </a:t>
            </a:r>
            <a:r>
              <a:rPr lang="en-GB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normality</a:t>
            </a:r>
            <a:endParaRPr lang="en-GB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3A17253-FA9F-B244-5397-9709069A12C4}"/>
              </a:ext>
            </a:extLst>
          </p:cNvPr>
          <p:cNvSpPr txBox="1"/>
          <p:nvPr/>
        </p:nvSpPr>
        <p:spPr>
          <a:xfrm>
            <a:off x="998506" y="1591030"/>
            <a:ext cx="3906703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 each level</a:t>
            </a:r>
            <a:endParaRPr lang="en-GB" sz="12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59D4F33-54BA-1EBD-D1F0-135F2B6DB97C}"/>
                  </a:ext>
                </a:extLst>
              </p:cNvPr>
              <p:cNvSpPr txBox="1"/>
              <p:nvPr/>
            </p:nvSpPr>
            <p:spPr>
              <a:xfrm>
                <a:off x="2943726" y="268315"/>
                <a:ext cx="6737685" cy="461665"/>
              </a:xfrm>
              <a:prstGeom prst="rect">
                <a:avLst/>
              </a:prstGeom>
              <a:noFill/>
              <a:ln w="6350">
                <a:solidFill>
                  <a:schemeClr val="bg2">
                    <a:lumMod val="7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ategorical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GB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  <m:sub>
                        <m:r>
                          <a:rPr lang="en-GB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entries in each level </a:t>
                </a:r>
                <a14:m>
                  <m:oMath xmlns:m="http://schemas.openxmlformats.org/officeDocument/2006/math"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, </m:t>
                    </m:r>
                    <m:r>
                      <a:rPr lang="en-GB" sz="1200" i="1" dirty="0" err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=1,2,…,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umeric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59D4F33-54BA-1EBD-D1F0-135F2B6DB9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3726" y="268315"/>
                <a:ext cx="6737685" cy="461665"/>
              </a:xfrm>
              <a:prstGeom prst="rect">
                <a:avLst/>
              </a:prstGeom>
              <a:blipFill>
                <a:blip r:embed="rId3"/>
                <a:stretch>
                  <a:fillRect b="-5263"/>
                </a:stretch>
              </a:blipFill>
              <a:ln w="6350">
                <a:solidFill>
                  <a:schemeClr val="bg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feld 22">
            <a:extLst>
              <a:ext uri="{FF2B5EF4-FFF2-40B4-BE49-F238E27FC236}">
                <a16:creationId xmlns:a16="http://schemas.microsoft.com/office/drawing/2014/main" id="{84DE5E89-3602-1EE2-C8EF-C76D73E33AC6}"/>
              </a:ext>
            </a:extLst>
          </p:cNvPr>
          <p:cNvSpPr txBox="1"/>
          <p:nvPr/>
        </p:nvSpPr>
        <p:spPr>
          <a:xfrm>
            <a:off x="998506" y="3574388"/>
            <a:ext cx="1447008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wilcox.test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645A4D30-456F-B440-3895-29A87290D16A}"/>
              </a:ext>
            </a:extLst>
          </p:cNvPr>
          <p:cNvSpPr txBox="1"/>
          <p:nvPr/>
        </p:nvSpPr>
        <p:spPr>
          <a:xfrm>
            <a:off x="2623343" y="3574388"/>
            <a:ext cx="2338435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kruskal.test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2B3B4585-D94C-F7A1-B6DD-BEDE9A4EFE36}"/>
              </a:ext>
            </a:extLst>
          </p:cNvPr>
          <p:cNvSpPr txBox="1"/>
          <p:nvPr/>
        </p:nvSpPr>
        <p:spPr>
          <a:xfrm>
            <a:off x="7906196" y="3574388"/>
            <a:ext cx="2325414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oneway.test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C83EAB7E-EC55-3AF9-7904-AE52F1946FC1}"/>
              </a:ext>
            </a:extLst>
          </p:cNvPr>
          <p:cNvSpPr txBox="1"/>
          <p:nvPr/>
        </p:nvSpPr>
        <p:spPr>
          <a:xfrm>
            <a:off x="7873473" y="4273424"/>
            <a:ext cx="2341206" cy="28486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games_howell</a:t>
            </a:r>
            <a:r>
              <a:rPr lang="en-GB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endParaRPr lang="en-GB" noProof="0" dirty="0">
              <a:latin typeface="Courier New" panose="02070309020205020404" pitchFamily="49" charset="0"/>
              <a:ea typeface="Cambria Math" panose="02040503050406030204" pitchFamily="18" charset="0"/>
              <a:cs typeface="Courier New" panose="02070309020205020404" pitchFamily="49" charset="0"/>
            </a:endParaRP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5F9BBE4E-8C0F-D0B9-244C-73149C41AEDF}"/>
              </a:ext>
            </a:extLst>
          </p:cNvPr>
          <p:cNvSpPr txBox="1"/>
          <p:nvPr/>
        </p:nvSpPr>
        <p:spPr>
          <a:xfrm>
            <a:off x="2621957" y="4273424"/>
            <a:ext cx="2341205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pairwise.wilcox.test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AF33D17D-B4E7-4A15-72D0-3D92AC1C5841}"/>
              </a:ext>
            </a:extLst>
          </p:cNvPr>
          <p:cNvSpPr txBox="1"/>
          <p:nvPr/>
        </p:nvSpPr>
        <p:spPr>
          <a:xfrm>
            <a:off x="6190820" y="3574388"/>
            <a:ext cx="1447005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1CB273C9-05B6-48BA-748A-AC18988E5C4C}"/>
                  </a:ext>
                </a:extLst>
              </p:cNvPr>
              <p:cNvSpPr txBox="1"/>
              <p:nvPr/>
            </p:nvSpPr>
            <p:spPr>
              <a:xfrm>
                <a:off x="998506" y="2235164"/>
                <a:ext cx="3906701" cy="276999"/>
              </a:xfrm>
              <a:prstGeom prst="rect">
                <a:avLst/>
              </a:prstGeom>
              <a:noFill/>
              <a:ln w="6350">
                <a:solidFill>
                  <a:schemeClr val="bg2">
                    <a:lumMod val="7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>
                    <a:ea typeface="Cambria Math" panose="02040503050406030204" pitchFamily="18" charset="0"/>
                  </a:rPr>
                  <a:t>At least one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1CB273C9-05B6-48BA-748A-AC18988E5C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506" y="2235164"/>
                <a:ext cx="3906701" cy="276999"/>
              </a:xfrm>
              <a:prstGeom prst="rect">
                <a:avLst/>
              </a:prstGeom>
              <a:blipFill>
                <a:blip r:embed="rId4"/>
                <a:stretch>
                  <a:fillRect t="-4348" b="-8696"/>
                </a:stretch>
              </a:blipFill>
              <a:ln w="6350">
                <a:solidFill>
                  <a:schemeClr val="bg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7C7C90E0-E517-64BA-D41B-40B336F9CCFA}"/>
              </a:ext>
            </a:extLst>
          </p:cNvPr>
          <p:cNvSpPr txBox="1"/>
          <p:nvPr/>
        </p:nvSpPr>
        <p:spPr>
          <a:xfrm>
            <a:off x="10466743" y="4273424"/>
            <a:ext cx="1618426" cy="277200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Post-hoc test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76BFC05B-C9C0-5CF8-B128-D7AB3244DFE7}"/>
                  </a:ext>
                </a:extLst>
              </p:cNvPr>
              <p:cNvSpPr txBox="1"/>
              <p:nvPr/>
            </p:nvSpPr>
            <p:spPr>
              <a:xfrm>
                <a:off x="10002785" y="5037737"/>
                <a:ext cx="2082384" cy="461665"/>
              </a:xfrm>
              <a:prstGeom prst="rect">
                <a:avLst/>
              </a:prstGeom>
              <a:noFill/>
              <a:ln w="6350">
                <a:solidFill>
                  <a:schemeClr val="bg2">
                    <a:lumMod val="7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=1−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conf.level</a:t>
                </a:r>
                <a:r>
                  <a:rPr lang="en-GB" sz="800" noProof="0" dirty="0">
                    <a:latin typeface="CMU Bright Roman" panose="02000603000000000000" pitchFamily="2" charset="0"/>
                    <a:ea typeface="CMU Bright Roman" panose="02000603000000000000" pitchFamily="2" charset="0"/>
                    <a:cs typeface="CMU Bright Roman" panose="02000603000000000000" pitchFamily="2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-value of level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endParaRPr lang="en-GB" sz="1200" noProof="0" dirty="0">
                  <a:latin typeface="CMU Bright Roman" panose="02000603000000000000" pitchFamily="2" charset="0"/>
                  <a:ea typeface="CMU Bright Roman" panose="02000603000000000000" pitchFamily="2" charset="0"/>
                  <a:cs typeface="CMU Bright Roman" panose="02000603000000000000" pitchFamily="2" charset="0"/>
                </a:endParaRPr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76BFC05B-C9C0-5CF8-B128-D7AB3244DF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2785" y="5037737"/>
                <a:ext cx="2082384" cy="461665"/>
              </a:xfrm>
              <a:prstGeom prst="rect">
                <a:avLst/>
              </a:prstGeom>
              <a:blipFill>
                <a:blip r:embed="rId5"/>
                <a:stretch>
                  <a:fillRect b="-7895"/>
                </a:stretch>
              </a:blipFill>
              <a:ln w="6350">
                <a:solidFill>
                  <a:schemeClr val="bg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9" name="Textfeld 148">
            <a:extLst>
              <a:ext uri="{FF2B5EF4-FFF2-40B4-BE49-F238E27FC236}">
                <a16:creationId xmlns:a16="http://schemas.microsoft.com/office/drawing/2014/main" id="{06AB22BD-5AD8-3EC3-CED8-2566B1AA0144}"/>
              </a:ext>
            </a:extLst>
          </p:cNvPr>
          <p:cNvSpPr txBox="1"/>
          <p:nvPr/>
        </p:nvSpPr>
        <p:spPr>
          <a:xfrm>
            <a:off x="10466742" y="3578911"/>
            <a:ext cx="1618427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Final test selected </a:t>
            </a:r>
          </a:p>
        </p:txBody>
      </p:sp>
      <p:cxnSp>
        <p:nvCxnSpPr>
          <p:cNvPr id="185" name="Gewinkelte Verbindung 184">
            <a:extLst>
              <a:ext uri="{FF2B5EF4-FFF2-40B4-BE49-F238E27FC236}">
                <a16:creationId xmlns:a16="http://schemas.microsoft.com/office/drawing/2014/main" id="{5065234F-6F38-1DC1-8380-35A188942DD8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9681411" y="499148"/>
            <a:ext cx="118826" cy="334194"/>
          </a:xfrm>
          <a:prstGeom prst="bentConnector2">
            <a:avLst/>
          </a:prstGeom>
          <a:ln>
            <a:noFill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457A86FB-C2B8-6834-FCCC-2B5BD446650E}"/>
              </a:ext>
            </a:extLst>
          </p:cNvPr>
          <p:cNvSpPr txBox="1"/>
          <p:nvPr/>
        </p:nvSpPr>
        <p:spPr>
          <a:xfrm>
            <a:off x="2621957" y="5088311"/>
            <a:ext cx="2341205" cy="2818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sp>
        <p:nvSpPr>
          <p:cNvPr id="148" name="Textfeld 147">
            <a:extLst>
              <a:ext uri="{FF2B5EF4-FFF2-40B4-BE49-F238E27FC236}">
                <a16:creationId xmlns:a16="http://schemas.microsoft.com/office/drawing/2014/main" id="{1D51A81E-99D0-3FD1-DB90-24A001771304}"/>
              </a:ext>
            </a:extLst>
          </p:cNvPr>
          <p:cNvSpPr txBox="1"/>
          <p:nvPr/>
        </p:nvSpPr>
        <p:spPr>
          <a:xfrm>
            <a:off x="998506" y="5097213"/>
            <a:ext cx="1447007" cy="281831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parametric tests</a:t>
            </a:r>
          </a:p>
        </p:txBody>
      </p:sp>
      <p:sp>
        <p:nvSpPr>
          <p:cNvPr id="477" name="Textfeld 476">
            <a:extLst>
              <a:ext uri="{FF2B5EF4-FFF2-40B4-BE49-F238E27FC236}">
                <a16:creationId xmlns:a16="http://schemas.microsoft.com/office/drawing/2014/main" id="{B8175C6B-E50D-CD5D-167A-9DCCFF825618}"/>
              </a:ext>
            </a:extLst>
          </p:cNvPr>
          <p:cNvSpPr txBox="1"/>
          <p:nvPr/>
        </p:nvSpPr>
        <p:spPr>
          <a:xfrm>
            <a:off x="1065209" y="4869319"/>
            <a:ext cx="1091245" cy="2818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pPr algn="l"/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Colour code: </a:t>
            </a:r>
          </a:p>
        </p:txBody>
      </p:sp>
      <p:grpSp>
        <p:nvGrpSpPr>
          <p:cNvPr id="491" name="Gruppieren 490">
            <a:extLst>
              <a:ext uri="{FF2B5EF4-FFF2-40B4-BE49-F238E27FC236}">
                <a16:creationId xmlns:a16="http://schemas.microsoft.com/office/drawing/2014/main" id="{94681B08-1213-94D5-11D9-ED24A515314C}"/>
              </a:ext>
            </a:extLst>
          </p:cNvPr>
          <p:cNvGrpSpPr/>
          <p:nvPr/>
        </p:nvGrpSpPr>
        <p:grpSpPr>
          <a:xfrm>
            <a:off x="2906791" y="729980"/>
            <a:ext cx="5142560" cy="528220"/>
            <a:chOff x="1278983" y="1339017"/>
            <a:chExt cx="2729665" cy="310727"/>
          </a:xfrm>
        </p:grpSpPr>
        <p:cxnSp>
          <p:nvCxnSpPr>
            <p:cNvPr id="492" name="Gerade Verbindung mit Pfeil 491">
              <a:extLst>
                <a:ext uri="{FF2B5EF4-FFF2-40B4-BE49-F238E27FC236}">
                  <a16:creationId xmlns:a16="http://schemas.microsoft.com/office/drawing/2014/main" id="{3BA7FFCA-4D72-0364-B518-FE3158E315A0}"/>
                </a:ext>
              </a:extLst>
            </p:cNvPr>
            <p:cNvCxnSpPr>
              <a:cxnSpLocks/>
              <a:stCxn id="7" idx="2"/>
            </p:cNvCxnSpPr>
            <p:nvPr/>
          </p:nvCxnSpPr>
          <p:spPr>
            <a:xfrm flipH="1">
              <a:off x="1278983" y="1339017"/>
              <a:ext cx="1807783" cy="262316"/>
            </a:xfrm>
            <a:prstGeom prst="straightConnector1">
              <a:avLst/>
            </a:prstGeom>
            <a:ln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Gerade Verbindung mit Pfeil 492">
              <a:extLst>
                <a:ext uri="{FF2B5EF4-FFF2-40B4-BE49-F238E27FC236}">
                  <a16:creationId xmlns:a16="http://schemas.microsoft.com/office/drawing/2014/main" id="{A7224410-7D89-E92E-63F1-1C821F8A47D6}"/>
                </a:ext>
              </a:extLst>
            </p:cNvPr>
            <p:cNvCxnSpPr>
              <a:cxnSpLocks/>
              <a:stCxn id="7" idx="2"/>
              <a:endCxn id="22" idx="0"/>
            </p:cNvCxnSpPr>
            <p:nvPr/>
          </p:nvCxnSpPr>
          <p:spPr>
            <a:xfrm>
              <a:off x="3086766" y="1339017"/>
              <a:ext cx="921882" cy="310727"/>
            </a:xfrm>
            <a:prstGeom prst="straightConnector1">
              <a:avLst/>
            </a:prstGeom>
            <a:ln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6" name="Gerade Verbindung mit Pfeil 465">
            <a:extLst>
              <a:ext uri="{FF2B5EF4-FFF2-40B4-BE49-F238E27FC236}">
                <a16:creationId xmlns:a16="http://schemas.microsoft.com/office/drawing/2014/main" id="{00D746DC-102B-3451-7FA5-F6D9390A75CF}"/>
              </a:ext>
            </a:extLst>
          </p:cNvPr>
          <p:cNvCxnSpPr>
            <a:cxnSpLocks/>
          </p:cNvCxnSpPr>
          <p:nvPr/>
        </p:nvCxnSpPr>
        <p:spPr>
          <a:xfrm>
            <a:off x="7783227" y="1591030"/>
            <a:ext cx="0" cy="118948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Gerade Verbindung mit Pfeil 469">
            <a:extLst>
              <a:ext uri="{FF2B5EF4-FFF2-40B4-BE49-F238E27FC236}">
                <a16:creationId xmlns:a16="http://schemas.microsoft.com/office/drawing/2014/main" id="{538BDC58-6AA6-A935-F515-6119FA86DF43}"/>
              </a:ext>
            </a:extLst>
          </p:cNvPr>
          <p:cNvCxnSpPr>
            <a:cxnSpLocks/>
            <a:stCxn id="27" idx="2"/>
            <a:endCxn id="94" idx="0"/>
          </p:cNvCxnSpPr>
          <p:nvPr/>
        </p:nvCxnSpPr>
        <p:spPr>
          <a:xfrm flipH="1">
            <a:off x="3792560" y="3851387"/>
            <a:ext cx="1" cy="422037"/>
          </a:xfrm>
          <a:prstGeom prst="straightConnector1">
            <a:avLst/>
          </a:prstGeom>
          <a:ln>
            <a:noFill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hteck 78">
            <a:extLst>
              <a:ext uri="{FF2B5EF4-FFF2-40B4-BE49-F238E27FC236}">
                <a16:creationId xmlns:a16="http://schemas.microsoft.com/office/drawing/2014/main" id="{AB751EC2-5961-AD29-08CB-BC42FA3F0C6C}"/>
              </a:ext>
            </a:extLst>
          </p:cNvPr>
          <p:cNvSpPr/>
          <p:nvPr/>
        </p:nvSpPr>
        <p:spPr>
          <a:xfrm>
            <a:off x="998506" y="4788842"/>
            <a:ext cx="6342452" cy="734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9ABA092A-8DD2-A675-8935-37571EC3BCCA}"/>
                  </a:ext>
                </a:extLst>
              </p:cNvPr>
              <p:cNvSpPr txBox="1"/>
              <p:nvPr/>
            </p:nvSpPr>
            <p:spPr>
              <a:xfrm>
                <a:off x="998506" y="1228159"/>
                <a:ext cx="3906702" cy="276999"/>
              </a:xfrm>
              <a:prstGeom prst="rect">
                <a:avLst/>
              </a:prstGeom>
              <a:noFill/>
              <a:ln w="6350">
                <a:solidFill>
                  <a:schemeClr val="bg2">
                    <a:lumMod val="75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≤30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for all 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i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9ABA092A-8DD2-A675-8935-37571EC3B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506" y="1228159"/>
                <a:ext cx="3906702" cy="276999"/>
              </a:xfrm>
              <a:prstGeom prst="rect">
                <a:avLst/>
              </a:prstGeom>
              <a:blipFill>
                <a:blip r:embed="rId6"/>
                <a:stretch>
                  <a:fillRect b="-8333"/>
                </a:stretch>
              </a:blipFill>
              <a:ln w="6350">
                <a:solidFill>
                  <a:schemeClr val="bg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A2429EDB-E2BB-31CA-2821-75B3F5DFF992}"/>
              </a:ext>
            </a:extLst>
          </p:cNvPr>
          <p:cNvGrpSpPr/>
          <p:nvPr/>
        </p:nvGrpSpPr>
        <p:grpSpPr>
          <a:xfrm>
            <a:off x="1851015" y="2530689"/>
            <a:ext cx="1843637" cy="793298"/>
            <a:chOff x="2719572" y="1536945"/>
            <a:chExt cx="1289076" cy="305400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E0BA3BAB-194F-2614-63E2-8485076000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93C14A77-D1D8-9E6D-BA0B-FD743BDCE7B6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4C16D46-EC0B-DA4F-46E7-5A56383CD619}"/>
                  </a:ext>
                </a:extLst>
              </p:cNvPr>
              <p:cNvSpPr txBox="1"/>
              <p:nvPr/>
            </p:nvSpPr>
            <p:spPr>
              <a:xfrm>
                <a:off x="998506" y="3274919"/>
                <a:ext cx="1447007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4C16D46-EC0B-DA4F-46E7-5A56383CD6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506" y="3274919"/>
                <a:ext cx="1447007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B8C5E72C-1F11-719A-6516-D7140AE2610E}"/>
                  </a:ext>
                </a:extLst>
              </p:cNvPr>
              <p:cNvSpPr txBox="1"/>
              <p:nvPr/>
            </p:nvSpPr>
            <p:spPr>
              <a:xfrm>
                <a:off x="2633297" y="3274919"/>
                <a:ext cx="2322867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B8C5E72C-1F11-719A-6516-D7140AE261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3297" y="3274919"/>
                <a:ext cx="2322867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36B5030A-EBE8-2DA4-3E36-5101FD1D28BD}"/>
              </a:ext>
            </a:extLst>
          </p:cNvPr>
          <p:cNvGrpSpPr/>
          <p:nvPr/>
        </p:nvGrpSpPr>
        <p:grpSpPr>
          <a:xfrm>
            <a:off x="7013112" y="2782527"/>
            <a:ext cx="1552397" cy="469922"/>
            <a:chOff x="2719572" y="1536945"/>
            <a:chExt cx="1289076" cy="305400"/>
          </a:xfrm>
        </p:grpSpPr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2F0B4AC8-71F1-9AEF-3092-82D771B5F9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95EDDCEE-12BE-FCBC-18F0-04DB0A54C288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1B3F98F4-D1BC-BE0D-4FF7-72A0EB4D7159}"/>
                  </a:ext>
                </a:extLst>
              </p:cNvPr>
              <p:cNvSpPr txBox="1"/>
              <p:nvPr/>
            </p:nvSpPr>
            <p:spPr>
              <a:xfrm>
                <a:off x="6190818" y="3274919"/>
                <a:ext cx="1447007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1B3F98F4-D1BC-BE0D-4FF7-72A0EB4D71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0818" y="3274919"/>
                <a:ext cx="1447007" cy="2769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7C6471B-7056-688A-EC2A-1D6753E5AA8C}"/>
                  </a:ext>
                </a:extLst>
              </p:cNvPr>
              <p:cNvSpPr txBox="1"/>
              <p:nvPr/>
            </p:nvSpPr>
            <p:spPr>
              <a:xfrm>
                <a:off x="7917053" y="3274919"/>
                <a:ext cx="2322867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7C6471B-7056-688A-EC2A-1D6753E5AA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7053" y="3274919"/>
                <a:ext cx="2322867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6574FECB-A6C7-E449-BB85-3996B08969BB}"/>
                  </a:ext>
                </a:extLst>
              </p:cNvPr>
              <p:cNvSpPr txBox="1"/>
              <p:nvPr/>
            </p:nvSpPr>
            <p:spPr>
              <a:xfrm>
                <a:off x="6096000" y="1258200"/>
                <a:ext cx="3906702" cy="276999"/>
              </a:xfrm>
              <a:prstGeom prst="rect">
                <a:avLst/>
              </a:prstGeom>
              <a:noFill/>
              <a:ln w="6350">
                <a:solidFill>
                  <a:schemeClr val="bg2">
                    <a:lumMod val="75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30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for all 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i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6574FECB-A6C7-E449-BB85-3996B08969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258200"/>
                <a:ext cx="3906702" cy="276999"/>
              </a:xfrm>
              <a:prstGeom prst="rect">
                <a:avLst/>
              </a:prstGeom>
              <a:blipFill>
                <a:blip r:embed="rId10"/>
                <a:stretch>
                  <a:fillRect b="-8333"/>
                </a:stretch>
              </a:blipFill>
              <a:ln w="6350">
                <a:solidFill>
                  <a:schemeClr val="bg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1A467007-CE63-1E97-0D00-42EEB766F4C5}"/>
                  </a:ext>
                </a:extLst>
              </p:cNvPr>
              <p:cNvSpPr txBox="1"/>
              <p:nvPr/>
            </p:nvSpPr>
            <p:spPr>
              <a:xfrm>
                <a:off x="6099221" y="2235164"/>
                <a:ext cx="1399054" cy="276999"/>
              </a:xfrm>
              <a:prstGeom prst="rect">
                <a:avLst/>
              </a:prstGeom>
              <a:noFill/>
              <a:ln w="6350">
                <a:solidFill>
                  <a:schemeClr val="bg2">
                    <a:lumMod val="7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for all 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i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1A467007-CE63-1E97-0D00-42EEB766F4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9221" y="2235164"/>
                <a:ext cx="1399054" cy="276999"/>
              </a:xfrm>
              <a:prstGeom prst="rect">
                <a:avLst/>
              </a:prstGeom>
              <a:blipFill>
                <a:blip r:embed="rId11"/>
                <a:stretch>
                  <a:fillRect t="-4348" b="-8696"/>
                </a:stretch>
              </a:blipFill>
              <a:ln w="6350">
                <a:solidFill>
                  <a:schemeClr val="bg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4669BFBA-D06F-3B80-44AA-8E3C1ADC8F98}"/>
              </a:ext>
            </a:extLst>
          </p:cNvPr>
          <p:cNvCxnSpPr>
            <a:cxnSpLocks/>
          </p:cNvCxnSpPr>
          <p:nvPr/>
        </p:nvCxnSpPr>
        <p:spPr>
          <a:xfrm>
            <a:off x="9206473" y="4141878"/>
            <a:ext cx="0" cy="193052"/>
          </a:xfrm>
          <a:prstGeom prst="straightConnector1">
            <a:avLst/>
          </a:prstGeom>
          <a:ln>
            <a:noFill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12337695-489B-9870-8490-57AFCBFBA0BE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6798748" y="2512163"/>
            <a:ext cx="984479" cy="22598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1FF91D70-E81C-3E6D-1431-434D5CF7DEF6}"/>
              </a:ext>
            </a:extLst>
          </p:cNvPr>
          <p:cNvGrpSpPr/>
          <p:nvPr/>
        </p:nvGrpSpPr>
        <p:grpSpPr>
          <a:xfrm>
            <a:off x="3027444" y="1895410"/>
            <a:ext cx="3771304" cy="366352"/>
            <a:chOff x="2719572" y="1536945"/>
            <a:chExt cx="1289076" cy="305400"/>
          </a:xfrm>
        </p:grpSpPr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B2CDB4D5-E655-484C-0E4A-B34B2480DD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 Verbindung mit Pfeil 44">
              <a:extLst>
                <a:ext uri="{FF2B5EF4-FFF2-40B4-BE49-F238E27FC236}">
                  <a16:creationId xmlns:a16="http://schemas.microsoft.com/office/drawing/2014/main" id="{F608DE68-5E8D-6B09-5087-A6155F79256E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03570E93-CCB2-4C68-5D1D-DCBF787DCCF7}"/>
              </a:ext>
            </a:extLst>
          </p:cNvPr>
          <p:cNvGrpSpPr/>
          <p:nvPr/>
        </p:nvGrpSpPr>
        <p:grpSpPr>
          <a:xfrm>
            <a:off x="4210348" y="742114"/>
            <a:ext cx="3771304" cy="366352"/>
            <a:chOff x="2719572" y="1536945"/>
            <a:chExt cx="1289076" cy="305400"/>
          </a:xfrm>
        </p:grpSpPr>
        <p:cxnSp>
          <p:nvCxnSpPr>
            <p:cNvPr id="47" name="Gerade Verbindung mit Pfeil 46">
              <a:extLst>
                <a:ext uri="{FF2B5EF4-FFF2-40B4-BE49-F238E27FC236}">
                  <a16:creationId xmlns:a16="http://schemas.microsoft.com/office/drawing/2014/main" id="{FA1B629F-E045-FFDD-0411-D6B735EC63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 Verbindung mit Pfeil 47">
              <a:extLst>
                <a:ext uri="{FF2B5EF4-FFF2-40B4-BE49-F238E27FC236}">
                  <a16:creationId xmlns:a16="http://schemas.microsoft.com/office/drawing/2014/main" id="{540916DC-5FCD-2F76-966E-D166E48688E8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88DAC7C5-6C90-9A25-04D5-9FEF26EC3231}"/>
              </a:ext>
            </a:extLst>
          </p:cNvPr>
          <p:cNvCxnSpPr>
            <a:cxnSpLocks/>
          </p:cNvCxnSpPr>
          <p:nvPr/>
        </p:nvCxnSpPr>
        <p:spPr>
          <a:xfrm>
            <a:off x="3792560" y="3871981"/>
            <a:ext cx="0" cy="27699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CC0B25A9-2687-8D67-C5A2-D575970E65FB}"/>
              </a:ext>
            </a:extLst>
          </p:cNvPr>
          <p:cNvCxnSpPr>
            <a:cxnSpLocks/>
          </p:cNvCxnSpPr>
          <p:nvPr/>
        </p:nvCxnSpPr>
        <p:spPr>
          <a:xfrm>
            <a:off x="9078486" y="3851387"/>
            <a:ext cx="0" cy="27699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1613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accent4">
            <a:alpha val="19758"/>
          </a:schemeClr>
        </a:solidFill>
        <a:ln w="12700">
          <a:noFill/>
        </a:ln>
      </a:spPr>
      <a:bodyPr wrap="square">
        <a:spAutoFit/>
      </a:bodyPr>
      <a:lstStyle>
        <a:defPPr algn="ctr">
          <a:defRPr sz="800" noProof="0" dirty="0" smtClean="0">
            <a:latin typeface="Calibri" panose="020F0502020204030204" pitchFamily="34" charset="0"/>
            <a:ea typeface="Cambria Math" panose="02040503050406030204" pitchFamily="18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28DB25-49C7-9C48-9DEB-221973F78786}">
  <we:reference id="wa104381909" version="3.1.0.0" store="en-US" storeType="OMEX"/>
  <we:alternateReferences>
    <we:reference id="WA104381909" version="3.1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</Words>
  <Application>Microsoft Macintosh PowerPoint</Application>
  <PresentationFormat>Breitbild</PresentationFormat>
  <Paragraphs>26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Cambria Math</vt:lpstr>
      <vt:lpstr>CMU Bright Roman</vt:lpstr>
      <vt:lpstr>Courier New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trees</dc:title>
  <dc:creator>Schilling Sabine HSLU W</dc:creator>
  <cp:lastModifiedBy>Schilling Sabine HSLU W</cp:lastModifiedBy>
  <cp:revision>35</cp:revision>
  <dcterms:created xsi:type="dcterms:W3CDTF">2023-05-08T12:12:17Z</dcterms:created>
  <dcterms:modified xsi:type="dcterms:W3CDTF">2025-12-27T16:53:21Z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b0afbd-3cf7-4707-aee4-8dc9d855de29_Enabled">
    <vt:lpwstr>true</vt:lpwstr>
  </property>
  <property fmtid="{D5CDD505-2E9C-101B-9397-08002B2CF9AE}" pid="3" name="MSIP_Label_e8b0afbd-3cf7-4707-aee4-8dc9d855de29_SetDate">
    <vt:lpwstr>2025-05-10T09:29:47Z</vt:lpwstr>
  </property>
  <property fmtid="{D5CDD505-2E9C-101B-9397-08002B2CF9AE}" pid="4" name="MSIP_Label_e8b0afbd-3cf7-4707-aee4-8dc9d855de29_Method">
    <vt:lpwstr>Privileged</vt:lpwstr>
  </property>
  <property fmtid="{D5CDD505-2E9C-101B-9397-08002B2CF9AE}" pid="5" name="MSIP_Label_e8b0afbd-3cf7-4707-aee4-8dc9d855de29_Name">
    <vt:lpwstr>intern</vt:lpwstr>
  </property>
  <property fmtid="{D5CDD505-2E9C-101B-9397-08002B2CF9AE}" pid="6" name="MSIP_Label_e8b0afbd-3cf7-4707-aee4-8dc9d855de29_SiteId">
    <vt:lpwstr>75a34008-d7d1-4924-8e78-31fea86f6e68</vt:lpwstr>
  </property>
  <property fmtid="{D5CDD505-2E9C-101B-9397-08002B2CF9AE}" pid="7" name="MSIP_Label_e8b0afbd-3cf7-4707-aee4-8dc9d855de29_ActionId">
    <vt:lpwstr>8647766f-e017-41ca-968f-3e61e90fbd83</vt:lpwstr>
  </property>
  <property fmtid="{D5CDD505-2E9C-101B-9397-08002B2CF9AE}" pid="8" name="MSIP_Label_e8b0afbd-3cf7-4707-aee4-8dc9d855de29_ContentBits">
    <vt:lpwstr>0</vt:lpwstr>
  </property>
  <property fmtid="{D5CDD505-2E9C-101B-9397-08002B2CF9AE}" pid="9" name="MSIP_Label_e8b0afbd-3cf7-4707-aee4-8dc9d855de29_Tag">
    <vt:lpwstr>50, 0, 1, 1</vt:lpwstr>
  </property>
</Properties>
</file>