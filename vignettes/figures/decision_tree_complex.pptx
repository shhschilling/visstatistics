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3" r:id="rId2"/>
    <p:sldId id="264" r:id="rId3"/>
    <p:sldId id="266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1C0E88-3077-8C4A-889D-B784BE285677}" v="12" dt="2025-12-27T18:14:11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55"/>
    <p:restoredTop sz="79372"/>
  </p:normalViewPr>
  <p:slideViewPr>
    <p:cSldViewPr snapToGrid="0" snapToObjects="1" showGuides="1">
      <p:cViewPr>
        <p:scale>
          <a:sx n="110" d="100"/>
          <a:sy n="110" d="100"/>
        </p:scale>
        <p:origin x="-112" y="-400"/>
      </p:cViewPr>
      <p:guideLst>
        <p:guide orient="horz" pos="2228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CA108-3915-9043-8428-B4BE4472B821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21A6D-3249-074E-BBD6-BCFA953678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66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CBAC-80CA-C9E5-1A92-02ABE05A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42F94E-FBA1-6FD3-2FDD-8FD64E13A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9313A6E-DF05-61B9-CCCC-E311E1AB0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6AFF59-FEAA-3522-91AB-6633E0E54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869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0D98B-FC17-3B0B-E241-C30A1CD6E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932385F-B4D4-2E08-61E0-457FEEAC9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989C3B3-229E-B69A-EE70-4FD970C4D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2E36C8-A765-3F3B-4B9C-C71710A17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749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024B0-7C97-EEF9-4EE9-87000410E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D2B6BD-8E77-688C-BA14-074C53DA8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2B3410F-5591-A32D-D8AB-CB79C43FE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E16B48-F2F4-F787-F151-A13B6A2B0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4398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CEF21-0523-3245-A3FA-5D78C65A5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5FCB35-54D7-B745-9657-FF74691F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4C31-A070-E749-B7E9-CAD5936A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4BDDB1-76AF-F240-BE46-91A5D3AC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D5B39-7F00-5F46-862B-911988D3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4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54BE9-111B-6643-8D26-3DD596FE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77CD3-C0E5-484B-AA36-1FAB6E94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AE1DB2-DB10-BF4C-875B-98CAE475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9CC44-0F69-3747-A15E-BACC777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5398D-D950-0B47-9A96-AABF434F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9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DCAD7-127F-4A49-A00E-1493C9F4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3E74A8-D7E8-5E47-9B26-F406CD93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C5F87-4EBC-EC46-BC69-2EA7086C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F350A8-A53D-4D41-A2F9-A9AFF938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8D8E7-39AC-0B46-987D-0950F1CD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2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7841-3B2B-604F-815C-62EC3AA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4B11C0-B11E-F540-81AE-52BAEDA2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9245B3-41C8-C343-88E2-BE23F220E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DD4A7-C44D-9E43-BF1E-F13205AE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4D8E9D-4D59-1F45-8E08-61D1A8B6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2EFA05-29DD-0641-A620-7019B4A0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4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B19D6-A6D2-AF40-A13C-FA7BE88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ACBB3E-E485-5F42-BEC1-669009E5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955C11-20E8-0348-A806-9CDE1284C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D82558-8DBB-944E-BBE0-6A7C6E834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F790C5-2F18-8E45-94AA-64F30C096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FF6501-64C2-C943-A8E9-C5E1B749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95BB371-362A-B645-9C58-F190A3C7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3A6B4C4-5B8D-2241-A404-A2768A84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20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CD577-05C9-164F-939D-D883FFD2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782072-9B65-E543-BC58-68B5955A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A1934E-231F-354D-B826-E7AD8E44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B6EAF-2961-3F47-B50E-4F50125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6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1E0EEA-87BD-7E4D-BDD1-E816BF78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A06A65-624C-EA4B-936E-DBCEC9D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82C9F7-D6EF-DC40-B7B5-4E48A458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31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16D9-E2F7-324E-A99A-47378B2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B2D12D-5159-294F-8EA7-5F484B34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8EA53-C77F-FF44-992C-A85A3C70F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CC8764-0DBF-344B-912D-C3453B17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0CBC3-1569-3744-9FB2-E12E54EA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50A68D-38F0-CC4E-8DE1-604F3C84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9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1231F-387B-1544-82E5-776081E5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E53984-9ED8-374C-9F9D-A49EB58D0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C99D1-BB16-F749-B0AB-0A6B34283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531638-E076-814A-870C-37518A17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FDA6-425A-4C48-A64B-2FC02B24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CAA1C2-0368-3F42-B248-087F917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74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9C4A6-64B8-904B-959B-523D6331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A91367-9EA8-B14F-A1E3-0D7488D17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5B52B-F627-0243-95BF-CAF30A4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7D948D-68F0-444F-A060-6F3ECCFE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57819-4A50-7C44-911B-582581B3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41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74BDCF-A048-7341-8942-C4374B84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FF7B22-2769-8144-A326-25919C1D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B7B6A-9CEB-6C42-9C7B-F9ED3826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8C4A24-0F26-0840-A896-381E0715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341010-5E03-FB4F-AE26-6B22D37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8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8E2AF2-F7FF-0F4F-A4BE-509679AC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B262F-55F8-F14A-9AC3-B59BB1C13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1F1D78-192B-D042-83F5-BB397139B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97422-92ED-3D47-BF28-17000E80E497}" type="datetimeFigureOut">
              <a:rPr lang="de-DE" smtClean="0"/>
              <a:t>27.12.25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94F689-F2F7-294B-8BF5-FD360E11C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99928-F7B0-4B46-865C-13B1B95B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06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9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6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4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9.png"/><Relationship Id="rId5" Type="http://schemas.openxmlformats.org/officeDocument/2006/relationships/image" Target="../media/image19.png"/><Relationship Id="rId23" Type="http://schemas.openxmlformats.org/officeDocument/2006/relationships/image" Target="../media/image6.png"/><Relationship Id="rId10" Type="http://schemas.openxmlformats.org/officeDocument/2006/relationships/image" Target="../media/image24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2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7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5473-8372-0CB0-FE4D-728CA107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5E35EA9C-FEBE-F7AA-BDC9-ED635780E393}"/>
              </a:ext>
            </a:extLst>
          </p:cNvPr>
          <p:cNvSpPr txBox="1"/>
          <p:nvPr/>
        </p:nvSpPr>
        <p:spPr>
          <a:xfrm>
            <a:off x="262794" y="2202514"/>
            <a:ext cx="2959748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for both levels</a:t>
            </a: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78C569E1-DB23-CB0C-A928-57D8BBA49D6A}"/>
              </a:ext>
            </a:extLst>
          </p:cNvPr>
          <p:cNvSpPr txBox="1"/>
          <p:nvPr/>
        </p:nvSpPr>
        <p:spPr>
          <a:xfrm>
            <a:off x="10508890" y="2202514"/>
            <a:ext cx="16184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normality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9E9B517-669A-A3E8-F15A-202DABAD7FF4}"/>
              </a:ext>
            </a:extLst>
          </p:cNvPr>
          <p:cNvSpPr txBox="1"/>
          <p:nvPr/>
        </p:nvSpPr>
        <p:spPr>
          <a:xfrm>
            <a:off x="5130837" y="2201318"/>
            <a:ext cx="5300726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residuals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2EC0F17-6444-0146-79F6-B0A0994E06CF}"/>
                  </a:ext>
                </a:extLst>
              </p:cNvPr>
              <p:cNvSpPr txBox="1"/>
              <p:nvPr/>
            </p:nvSpPr>
            <p:spPr>
              <a:xfrm>
                <a:off x="3982498" y="268315"/>
                <a:ext cx="4305145" cy="461665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954AB4D-A237-C043-A913-633703A9C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498" y="268315"/>
                <a:ext cx="4305145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3D3A366-6D44-C26E-6E05-62A8E58EE9A0}"/>
                  </a:ext>
                </a:extLst>
              </p:cNvPr>
              <p:cNvSpPr txBox="1"/>
              <p:nvPr/>
            </p:nvSpPr>
            <p:spPr>
              <a:xfrm>
                <a:off x="262794" y="832787"/>
                <a:ext cx="451440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 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entries in each level</a:t>
                </a: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95FEA9A-D31C-504B-9808-C226C7EA0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94" y="832787"/>
                <a:ext cx="4514400" cy="276999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4B24B84B-57BA-D657-EE83-DC6EA07ECD63}"/>
                  </a:ext>
                </a:extLst>
              </p:cNvPr>
              <p:cNvSpPr txBox="1"/>
              <p:nvPr/>
            </p:nvSpPr>
            <p:spPr>
              <a:xfrm>
                <a:off x="5127496" y="832787"/>
                <a:ext cx="5304067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503CA89-315E-D465-88DB-CCE4B3127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496" y="832787"/>
                <a:ext cx="5304067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989A3D29-1F28-5710-4322-8E0E843FD63E}"/>
                  </a:ext>
                </a:extLst>
              </p:cNvPr>
              <p:cNvSpPr txBox="1"/>
              <p:nvPr/>
            </p:nvSpPr>
            <p:spPr>
              <a:xfrm>
                <a:off x="3296687" y="1721123"/>
                <a:ext cx="1490532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&gt;30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013A2E8-9419-9082-A924-2FDA53C06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687" y="1721123"/>
                <a:ext cx="1490532" cy="276999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7925C57-B83F-F4ED-E44E-2D5AFFE41E46}"/>
                  </a:ext>
                </a:extLst>
              </p:cNvPr>
              <p:cNvSpPr txBox="1"/>
              <p:nvPr/>
            </p:nvSpPr>
            <p:spPr>
              <a:xfrm>
                <a:off x="271610" y="1721123"/>
                <a:ext cx="2950932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A7C589D-90CE-28E1-F515-49850CAAB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10" y="1721123"/>
                <a:ext cx="2950932" cy="276999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73093B7A-6007-2278-6E11-375A18299E1E}"/>
                  </a:ext>
                </a:extLst>
              </p:cNvPr>
              <p:cNvSpPr txBox="1"/>
              <p:nvPr/>
            </p:nvSpPr>
            <p:spPr>
              <a:xfrm>
                <a:off x="1782316" y="3003780"/>
                <a:ext cx="144000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738B4D66-E2FD-3D06-F527-A82D7C3BD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316" y="3003780"/>
                <a:ext cx="1440000" cy="276999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52EA55DF-447D-32B6-2670-C126520193D4}"/>
                  </a:ext>
                </a:extLst>
              </p:cNvPr>
              <p:cNvSpPr txBox="1"/>
              <p:nvPr/>
            </p:nvSpPr>
            <p:spPr>
              <a:xfrm>
                <a:off x="271610" y="3003780"/>
                <a:ext cx="144000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35D93BB-1C95-A787-6B51-42A0FF2A9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10" y="3003780"/>
                <a:ext cx="1440000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2B274C57-47A5-0ABA-DFF5-81AAB63B3B97}"/>
              </a:ext>
            </a:extLst>
          </p:cNvPr>
          <p:cNvSpPr txBox="1"/>
          <p:nvPr/>
        </p:nvSpPr>
        <p:spPr>
          <a:xfrm>
            <a:off x="219834" y="4971020"/>
            <a:ext cx="144700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A91E6A1-C0DD-A8BF-FDE5-EF1CAEFB82C9}"/>
              </a:ext>
            </a:extLst>
          </p:cNvPr>
          <p:cNvSpPr txBox="1"/>
          <p:nvPr/>
        </p:nvSpPr>
        <p:spPr>
          <a:xfrm>
            <a:off x="5130837" y="4971019"/>
            <a:ext cx="2338435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EA86F72-8DEC-9E26-7B92-C8A6805A32A3}"/>
              </a:ext>
            </a:extLst>
          </p:cNvPr>
          <p:cNvSpPr txBox="1"/>
          <p:nvPr/>
        </p:nvSpPr>
        <p:spPr>
          <a:xfrm>
            <a:off x="7636562" y="3878295"/>
            <a:ext cx="2795001" cy="2808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levene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.test()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99A58F1-01F8-4DBA-2D1D-988946B9BD12}"/>
                  </a:ext>
                </a:extLst>
              </p:cNvPr>
              <p:cNvSpPr txBox="1"/>
              <p:nvPr/>
            </p:nvSpPr>
            <p:spPr>
              <a:xfrm>
                <a:off x="9351563" y="4482840"/>
                <a:ext cx="1080000" cy="277200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6A843E82-AE36-2049-F32E-7DB7C257B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563" y="4482840"/>
                <a:ext cx="1080000" cy="27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41C1E7D8-E33E-CC3D-E8E0-DCB76ABCD3E1}"/>
                  </a:ext>
                </a:extLst>
              </p:cNvPr>
              <p:cNvSpPr txBox="1"/>
              <p:nvPr/>
            </p:nvSpPr>
            <p:spPr>
              <a:xfrm>
                <a:off x="7582544" y="4472251"/>
                <a:ext cx="1080000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5E44A5B4-1C65-9447-A4FA-813B5715A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544" y="4472251"/>
                <a:ext cx="108000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E0379432-4374-6AE3-86A1-F42903CFF5C6}"/>
              </a:ext>
            </a:extLst>
          </p:cNvPr>
          <p:cNvSpPr txBox="1"/>
          <p:nvPr/>
        </p:nvSpPr>
        <p:spPr>
          <a:xfrm>
            <a:off x="7579542" y="4968485"/>
            <a:ext cx="1457998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F6F34D79-5CDD-0689-6F44-C61920B40278}"/>
              </a:ext>
            </a:extLst>
          </p:cNvPr>
          <p:cNvSpPr txBox="1"/>
          <p:nvPr/>
        </p:nvSpPr>
        <p:spPr>
          <a:xfrm>
            <a:off x="9262621" y="4968284"/>
            <a:ext cx="1168942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aov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grpSp>
        <p:nvGrpSpPr>
          <p:cNvPr id="427" name="Gruppieren 426">
            <a:extLst>
              <a:ext uri="{FF2B5EF4-FFF2-40B4-BE49-F238E27FC236}">
                <a16:creationId xmlns:a16="http://schemas.microsoft.com/office/drawing/2014/main" id="{2EA0EA9D-5FDD-E9DD-B4FD-BC8D1109708C}"/>
              </a:ext>
            </a:extLst>
          </p:cNvPr>
          <p:cNvGrpSpPr/>
          <p:nvPr/>
        </p:nvGrpSpPr>
        <p:grpSpPr>
          <a:xfrm>
            <a:off x="8296125" y="4173488"/>
            <a:ext cx="1289076" cy="305400"/>
            <a:chOff x="8002301" y="4581613"/>
            <a:chExt cx="1289076" cy="305400"/>
          </a:xfrm>
        </p:grpSpPr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C5E55242-8FEE-C716-197D-84242C8979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301" y="4581613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27FA3C4D-2D8F-FA43-4753-4E4263927BD2}"/>
                </a:ext>
              </a:extLst>
            </p:cNvPr>
            <p:cNvCxnSpPr>
              <a:cxnSpLocks/>
            </p:cNvCxnSpPr>
            <p:nvPr/>
          </p:nvCxnSpPr>
          <p:spPr>
            <a:xfrm>
              <a:off x="8641787" y="4581613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feld 92">
            <a:extLst>
              <a:ext uri="{FF2B5EF4-FFF2-40B4-BE49-F238E27FC236}">
                <a16:creationId xmlns:a16="http://schemas.microsoft.com/office/drawing/2014/main" id="{EBFAA465-492F-79DA-DAEC-99C7CFF168FB}"/>
              </a:ext>
            </a:extLst>
          </p:cNvPr>
          <p:cNvSpPr txBox="1"/>
          <p:nvPr/>
        </p:nvSpPr>
        <p:spPr>
          <a:xfrm>
            <a:off x="9258228" y="5449810"/>
            <a:ext cx="1168942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TukeyHSD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843673E2-5838-CB1B-F1EC-DA40D4442EBB}"/>
              </a:ext>
            </a:extLst>
          </p:cNvPr>
          <p:cNvSpPr txBox="1"/>
          <p:nvPr/>
        </p:nvSpPr>
        <p:spPr>
          <a:xfrm>
            <a:off x="5130837" y="5449811"/>
            <a:ext cx="234120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7A395117-29A5-67C2-D655-F21F5248D8DA}"/>
              </a:ext>
            </a:extLst>
          </p:cNvPr>
          <p:cNvCxnSpPr>
            <a:cxnSpLocks/>
          </p:cNvCxnSpPr>
          <p:nvPr/>
        </p:nvCxnSpPr>
        <p:spPr>
          <a:xfrm flipH="1">
            <a:off x="4041194" y="1992541"/>
            <a:ext cx="15604" cy="2920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1107BE33-5F0E-0B16-46BA-9A49241DD8D8}"/>
              </a:ext>
            </a:extLst>
          </p:cNvPr>
          <p:cNvSpPr txBox="1"/>
          <p:nvPr/>
        </p:nvSpPr>
        <p:spPr>
          <a:xfrm>
            <a:off x="1792997" y="4971020"/>
            <a:ext cx="3053668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15DFC6D8-0DD5-6B4B-5B93-49719EF391A3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943338" y="3280779"/>
            <a:ext cx="48272" cy="16902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DA53DAE-E716-E427-B882-40E7846D7FBB}"/>
              </a:ext>
            </a:extLst>
          </p:cNvPr>
          <p:cNvGrpSpPr/>
          <p:nvPr/>
        </p:nvGrpSpPr>
        <p:grpSpPr>
          <a:xfrm>
            <a:off x="824372" y="2492447"/>
            <a:ext cx="1552397" cy="469922"/>
            <a:chOff x="2719572" y="1536945"/>
            <a:chExt cx="1289076" cy="305400"/>
          </a:xfrm>
        </p:grpSpPr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A4BEFDE1-F611-30A7-9CD5-DA3B588D9F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7B772305-1CE9-CCF4-F9F3-1FFD1173E9E2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AD6D20C0-C256-5115-7C27-86F3B7ED4CE6}"/>
                  </a:ext>
                </a:extLst>
              </p:cNvPr>
              <p:cNvSpPr txBox="1"/>
              <p:nvPr/>
            </p:nvSpPr>
            <p:spPr>
              <a:xfrm>
                <a:off x="5130837" y="3111855"/>
                <a:ext cx="2338425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74CB43FD-F472-800C-0BC9-D288FF873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837" y="3111855"/>
                <a:ext cx="2338425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544F275D-B8E4-7AF3-D04D-F6AEE1A74FC2}"/>
                  </a:ext>
                </a:extLst>
              </p:cNvPr>
              <p:cNvSpPr txBox="1"/>
              <p:nvPr/>
            </p:nvSpPr>
            <p:spPr>
              <a:xfrm>
                <a:off x="7625917" y="3100255"/>
                <a:ext cx="2805646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36DE9B5-559B-6581-9440-FF83D251A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917" y="3100255"/>
                <a:ext cx="280564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05FBAA0A-4C91-C249-6337-082A6C113E9D}"/>
              </a:ext>
            </a:extLst>
          </p:cNvPr>
          <p:cNvSpPr txBox="1"/>
          <p:nvPr/>
        </p:nvSpPr>
        <p:spPr>
          <a:xfrm>
            <a:off x="10508557" y="5453366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19C72BB-9E44-2D20-AF7C-1861A2F5A8AD}"/>
                  </a:ext>
                </a:extLst>
              </p:cNvPr>
              <p:cNvSpPr txBox="1"/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EADCB87-2FE2-B735-89A2-59CFEE3B9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blipFill>
                <a:blip r:embed="rId18"/>
                <a:stretch>
                  <a:fillRect t="-2703" b="-108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feld 148">
            <a:extLst>
              <a:ext uri="{FF2B5EF4-FFF2-40B4-BE49-F238E27FC236}">
                <a16:creationId xmlns:a16="http://schemas.microsoft.com/office/drawing/2014/main" id="{4273F74C-1571-139D-1F0B-19208F3E1D81}"/>
              </a:ext>
            </a:extLst>
          </p:cNvPr>
          <p:cNvSpPr txBox="1"/>
          <p:nvPr/>
        </p:nvSpPr>
        <p:spPr>
          <a:xfrm>
            <a:off x="10508891" y="4951684"/>
            <a:ext cx="1618427" cy="276999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19AA40CE-7A40-924F-336E-94C4F2CAB151}"/>
              </a:ext>
            </a:extLst>
          </p:cNvPr>
          <p:cNvSpPr txBox="1"/>
          <p:nvPr/>
        </p:nvSpPr>
        <p:spPr>
          <a:xfrm>
            <a:off x="10508557" y="3876296"/>
            <a:ext cx="1618761" cy="27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heck </a:t>
            </a:r>
            <a:r>
              <a:rPr lang="en-GB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homoscedacity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</a:p>
        </p:txBody>
      </p:sp>
      <p:cxnSp>
        <p:nvCxnSpPr>
          <p:cNvPr id="182" name="Gewinkelte Verbindung 181">
            <a:extLst>
              <a:ext uri="{FF2B5EF4-FFF2-40B4-BE49-F238E27FC236}">
                <a16:creationId xmlns:a16="http://schemas.microsoft.com/office/drawing/2014/main" id="{FE3309F6-0EE8-5E2C-AD82-03DFBC40BA1F}"/>
              </a:ext>
            </a:extLst>
          </p:cNvPr>
          <p:cNvCxnSpPr>
            <a:cxnSpLocks/>
            <a:stCxn id="7" idx="1"/>
            <a:endCxn id="8" idx="0"/>
          </p:cNvCxnSpPr>
          <p:nvPr/>
        </p:nvCxnSpPr>
        <p:spPr>
          <a:xfrm rot="10800000" flipV="1">
            <a:off x="2519994" y="499147"/>
            <a:ext cx="1462504" cy="33363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Gewinkelte Verbindung 184">
            <a:extLst>
              <a:ext uri="{FF2B5EF4-FFF2-40B4-BE49-F238E27FC236}">
                <a16:creationId xmlns:a16="http://schemas.microsoft.com/office/drawing/2014/main" id="{6B29723A-91FD-720B-C456-74289C7ECE3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87643" y="499148"/>
            <a:ext cx="1512594" cy="334194"/>
          </a:xfrm>
          <a:prstGeom prst="bentConnector3">
            <a:avLst>
              <a:gd name="adj1" fmla="val 1014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Gerade Verbindung mit Pfeil 319">
            <a:extLst>
              <a:ext uri="{FF2B5EF4-FFF2-40B4-BE49-F238E27FC236}">
                <a16:creationId xmlns:a16="http://schemas.microsoft.com/office/drawing/2014/main" id="{01CE49E9-A60B-4E73-FB07-684539534307}"/>
              </a:ext>
            </a:extLst>
          </p:cNvPr>
          <p:cNvCxnSpPr>
            <a:cxnSpLocks/>
          </p:cNvCxnSpPr>
          <p:nvPr/>
        </p:nvCxnSpPr>
        <p:spPr>
          <a:xfrm>
            <a:off x="6189491" y="3402561"/>
            <a:ext cx="0" cy="1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Gerade Verbindung mit Pfeil 362">
            <a:extLst>
              <a:ext uri="{FF2B5EF4-FFF2-40B4-BE49-F238E27FC236}">
                <a16:creationId xmlns:a16="http://schemas.microsoft.com/office/drawing/2014/main" id="{3EB721E9-D597-9613-FA0A-FB6AD278B9E1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502316" y="3280779"/>
            <a:ext cx="0" cy="1670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4AC7D614-E1DB-4BC0-616B-DC2A395F7239}"/>
              </a:ext>
            </a:extLst>
          </p:cNvPr>
          <p:cNvSpPr txBox="1"/>
          <p:nvPr/>
        </p:nvSpPr>
        <p:spPr>
          <a:xfrm>
            <a:off x="305981" y="6396835"/>
            <a:ext cx="1868481" cy="281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9BAC8A48-0ACF-3143-9D20-B737A9C1918E}"/>
              </a:ext>
            </a:extLst>
          </p:cNvPr>
          <p:cNvSpPr txBox="1"/>
          <p:nvPr/>
        </p:nvSpPr>
        <p:spPr>
          <a:xfrm>
            <a:off x="305981" y="5974839"/>
            <a:ext cx="1859022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F4E3AFD6-CA5A-EEED-1733-9FF6C0B3FD10}"/>
                  </a:ext>
                </a:extLst>
              </p:cNvPr>
              <p:cNvSpPr txBox="1"/>
              <p:nvPr/>
            </p:nvSpPr>
            <p:spPr>
              <a:xfrm>
                <a:off x="2248265" y="5954905"/>
                <a:ext cx="2538462" cy="2818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</a:p>
            </p:txBody>
          </p:sp>
        </mc:Choice>
        <mc:Fallback xmlns=""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9F3DB9C3-A6B3-DC3B-D937-ACB248DD1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265" y="5954905"/>
                <a:ext cx="2538462" cy="281831"/>
              </a:xfrm>
              <a:prstGeom prst="rect">
                <a:avLst/>
              </a:prstGeom>
              <a:blipFill>
                <a:blip r:embed="rId19"/>
                <a:stretch>
                  <a:fillRect b="-833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381CB54D-CA19-996C-B3BE-8DF8B63153F3}"/>
                  </a:ext>
                </a:extLst>
              </p:cNvPr>
              <p:cNvSpPr txBox="1"/>
              <p:nvPr/>
            </p:nvSpPr>
            <p:spPr>
              <a:xfrm>
                <a:off x="2238790" y="6376901"/>
                <a:ext cx="2543546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&gt; 2 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 </a:t>
                </a:r>
              </a:p>
            </p:txBody>
          </p:sp>
        </mc:Choice>
        <mc:Fallback xmlns=""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706DE281-AE3D-2689-6BA1-030155DA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790" y="6376901"/>
                <a:ext cx="2543546" cy="276999"/>
              </a:xfrm>
              <a:prstGeom prst="rect">
                <a:avLst/>
              </a:prstGeom>
              <a:blipFill>
                <a:blip r:embed="rId20"/>
                <a:stretch>
                  <a:fillRect b="-12500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7" name="Textfeld 476">
            <a:extLst>
              <a:ext uri="{FF2B5EF4-FFF2-40B4-BE49-F238E27FC236}">
                <a16:creationId xmlns:a16="http://schemas.microsoft.com/office/drawing/2014/main" id="{0B777EA6-19F2-E874-204F-646EC1A02411}"/>
              </a:ext>
            </a:extLst>
          </p:cNvPr>
          <p:cNvSpPr txBox="1"/>
          <p:nvPr/>
        </p:nvSpPr>
        <p:spPr>
          <a:xfrm>
            <a:off x="305981" y="5743382"/>
            <a:ext cx="1091245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B93FC86A-558E-D7EC-B464-F59F6AFA4123}"/>
              </a:ext>
            </a:extLst>
          </p:cNvPr>
          <p:cNvGrpSpPr/>
          <p:nvPr/>
        </p:nvGrpSpPr>
        <p:grpSpPr>
          <a:xfrm>
            <a:off x="1666842" y="1127125"/>
            <a:ext cx="1785240" cy="542165"/>
            <a:chOff x="2719572" y="1536945"/>
            <a:chExt cx="1289076" cy="305400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402B47C1-CE38-711E-9CB3-A6884AE486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9F6A4626-37AD-E831-FC98-2DD7A9779D7B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1" name="Gerade Verbindung mit Pfeil 460">
            <a:extLst>
              <a:ext uri="{FF2B5EF4-FFF2-40B4-BE49-F238E27FC236}">
                <a16:creationId xmlns:a16="http://schemas.microsoft.com/office/drawing/2014/main" id="{1FEA84E7-3312-B918-AA56-41FEC8BF6477}"/>
              </a:ext>
            </a:extLst>
          </p:cNvPr>
          <p:cNvCxnSpPr>
            <a:cxnSpLocks/>
          </p:cNvCxnSpPr>
          <p:nvPr/>
        </p:nvCxnSpPr>
        <p:spPr>
          <a:xfrm flipH="1">
            <a:off x="8287643" y="4758610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Gerade Verbindung mit Pfeil 464">
            <a:extLst>
              <a:ext uri="{FF2B5EF4-FFF2-40B4-BE49-F238E27FC236}">
                <a16:creationId xmlns:a16="http://schemas.microsoft.com/office/drawing/2014/main" id="{ECE5EB49-AD5A-BEB2-5D0B-54321CE4865F}"/>
              </a:ext>
            </a:extLst>
          </p:cNvPr>
          <p:cNvCxnSpPr>
            <a:cxnSpLocks/>
          </p:cNvCxnSpPr>
          <p:nvPr/>
        </p:nvCxnSpPr>
        <p:spPr>
          <a:xfrm flipH="1">
            <a:off x="9767473" y="4763372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Gerade Verbindung mit Pfeil 465">
            <a:extLst>
              <a:ext uri="{FF2B5EF4-FFF2-40B4-BE49-F238E27FC236}">
                <a16:creationId xmlns:a16="http://schemas.microsoft.com/office/drawing/2014/main" id="{A92DDC36-A79D-8A9E-2E72-D086E5D5B063}"/>
              </a:ext>
            </a:extLst>
          </p:cNvPr>
          <p:cNvCxnSpPr>
            <a:cxnSpLocks/>
          </p:cNvCxnSpPr>
          <p:nvPr/>
        </p:nvCxnSpPr>
        <p:spPr>
          <a:xfrm flipH="1">
            <a:off x="8287643" y="5246480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Gerade Verbindung mit Pfeil 468">
            <a:extLst>
              <a:ext uri="{FF2B5EF4-FFF2-40B4-BE49-F238E27FC236}">
                <a16:creationId xmlns:a16="http://schemas.microsoft.com/office/drawing/2014/main" id="{07A7613D-DE2D-0E14-3906-D084E6AFB2E3}"/>
              </a:ext>
            </a:extLst>
          </p:cNvPr>
          <p:cNvCxnSpPr>
            <a:cxnSpLocks/>
          </p:cNvCxnSpPr>
          <p:nvPr/>
        </p:nvCxnSpPr>
        <p:spPr>
          <a:xfrm flipH="1">
            <a:off x="9767473" y="5251947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6FDDA7AC-5983-20E7-25C7-95261A18365D}"/>
              </a:ext>
            </a:extLst>
          </p:cNvPr>
          <p:cNvCxnSpPr>
            <a:cxnSpLocks/>
          </p:cNvCxnSpPr>
          <p:nvPr/>
        </p:nvCxnSpPr>
        <p:spPr>
          <a:xfrm flipH="1">
            <a:off x="6182061" y="5264410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Gerade Verbindung mit Pfeil 495">
            <a:extLst>
              <a:ext uri="{FF2B5EF4-FFF2-40B4-BE49-F238E27FC236}">
                <a16:creationId xmlns:a16="http://schemas.microsoft.com/office/drawing/2014/main" id="{4CE60F72-BD69-479D-537D-5139143210F5}"/>
              </a:ext>
            </a:extLst>
          </p:cNvPr>
          <p:cNvCxnSpPr>
            <a:cxnSpLocks/>
          </p:cNvCxnSpPr>
          <p:nvPr/>
        </p:nvCxnSpPr>
        <p:spPr>
          <a:xfrm flipH="1">
            <a:off x="8946555" y="3270049"/>
            <a:ext cx="7967" cy="59751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8365221F-68D1-CF4F-1F64-3E730F1492F4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7779530" y="1109786"/>
            <a:ext cx="1670" cy="10915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E259B30F-FD48-CC56-E299-9C67857DBBA5}"/>
              </a:ext>
            </a:extLst>
          </p:cNvPr>
          <p:cNvCxnSpPr>
            <a:cxnSpLocks/>
          </p:cNvCxnSpPr>
          <p:nvPr/>
        </p:nvCxnSpPr>
        <p:spPr>
          <a:xfrm flipH="1">
            <a:off x="1572292" y="1996567"/>
            <a:ext cx="4391" cy="180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0CC0A9A9-2F6E-C5DA-3CA7-43172D8E36EC}"/>
              </a:ext>
            </a:extLst>
          </p:cNvPr>
          <p:cNvSpPr/>
          <p:nvPr/>
        </p:nvSpPr>
        <p:spPr>
          <a:xfrm>
            <a:off x="243603" y="5730875"/>
            <a:ext cx="4603061" cy="9992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BD88BE5-F3C3-7F3B-4D2E-DD503DC300B8}"/>
              </a:ext>
            </a:extLst>
          </p:cNvPr>
          <p:cNvGrpSpPr/>
          <p:nvPr/>
        </p:nvGrpSpPr>
        <p:grpSpPr>
          <a:xfrm>
            <a:off x="6911252" y="2511762"/>
            <a:ext cx="1552397" cy="469922"/>
            <a:chOff x="2719572" y="1536945"/>
            <a:chExt cx="1289076" cy="305400"/>
          </a:xfrm>
        </p:grpSpPr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6354D577-C14C-4B2E-AC54-4E5E8655DC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4DBC2560-38BF-85A3-1E53-70453BB01498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48965A4D-327F-C44F-6C0A-C72A605F4EAA}"/>
              </a:ext>
            </a:extLst>
          </p:cNvPr>
          <p:cNvSpPr txBox="1"/>
          <p:nvPr/>
        </p:nvSpPr>
        <p:spPr>
          <a:xfrm>
            <a:off x="7579541" y="5464719"/>
            <a:ext cx="1592907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6627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C203-3B54-D39E-C413-BBC8A41C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6FF48CDA-E2F0-EEA2-3DA1-FA09EFE75796}"/>
              </a:ext>
            </a:extLst>
          </p:cNvPr>
          <p:cNvSpPr txBox="1"/>
          <p:nvPr/>
        </p:nvSpPr>
        <p:spPr>
          <a:xfrm>
            <a:off x="262794" y="2202514"/>
            <a:ext cx="2959748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residuals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E9E51006-74D1-9050-07BC-2D8C44F61DE9}"/>
              </a:ext>
            </a:extLst>
          </p:cNvPr>
          <p:cNvSpPr txBox="1"/>
          <p:nvPr/>
        </p:nvSpPr>
        <p:spPr>
          <a:xfrm>
            <a:off x="10508890" y="2202514"/>
            <a:ext cx="16184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normality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33F0E73-D1E2-3272-1D11-2DEC20BA555F}"/>
              </a:ext>
            </a:extLst>
          </p:cNvPr>
          <p:cNvSpPr txBox="1"/>
          <p:nvPr/>
        </p:nvSpPr>
        <p:spPr>
          <a:xfrm>
            <a:off x="5130837" y="2201318"/>
            <a:ext cx="5300726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residuals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4AA18C2-BD07-83A5-77D6-DA870A547E49}"/>
                  </a:ext>
                </a:extLst>
              </p:cNvPr>
              <p:cNvSpPr txBox="1"/>
              <p:nvPr/>
            </p:nvSpPr>
            <p:spPr>
              <a:xfrm>
                <a:off x="3982498" y="268315"/>
                <a:ext cx="4305145" cy="461665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954AB4D-A237-C043-A913-633703A9C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498" y="268315"/>
                <a:ext cx="4305145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 w="6350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503DD7F8-F24B-0EC6-BBCD-2C87A6CB9520}"/>
                  </a:ext>
                </a:extLst>
              </p:cNvPr>
              <p:cNvSpPr txBox="1"/>
              <p:nvPr/>
            </p:nvSpPr>
            <p:spPr>
              <a:xfrm>
                <a:off x="262794" y="832787"/>
                <a:ext cx="451440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 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entries in each level</a:t>
                </a: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95FEA9A-D31C-504B-9808-C226C7EA0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94" y="832787"/>
                <a:ext cx="4514400" cy="276999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6CD5F54-A203-2635-9895-D3D4FD098C7D}"/>
                  </a:ext>
                </a:extLst>
              </p:cNvPr>
              <p:cNvSpPr txBox="1"/>
              <p:nvPr/>
            </p:nvSpPr>
            <p:spPr>
              <a:xfrm>
                <a:off x="5127496" y="832787"/>
                <a:ext cx="5304067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503CA89-315E-D465-88DB-CCE4B3127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496" y="832787"/>
                <a:ext cx="5304067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22C2532-BDDF-8A26-6027-7847564B89B8}"/>
                  </a:ext>
                </a:extLst>
              </p:cNvPr>
              <p:cNvSpPr txBox="1"/>
              <p:nvPr/>
            </p:nvSpPr>
            <p:spPr>
              <a:xfrm>
                <a:off x="271610" y="1721123"/>
                <a:ext cx="2950932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A7C589D-90CE-28E1-F515-49850CAAB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10" y="1721123"/>
                <a:ext cx="2950932" cy="276999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57B06EA7-5014-F809-7EB3-E7222B52403D}"/>
                  </a:ext>
                </a:extLst>
              </p:cNvPr>
              <p:cNvSpPr txBox="1"/>
              <p:nvPr/>
            </p:nvSpPr>
            <p:spPr>
              <a:xfrm>
                <a:off x="1782316" y="3003780"/>
                <a:ext cx="1498926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57B06EA7-5014-F809-7EB3-E7222B524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316" y="3003780"/>
                <a:ext cx="1498926" cy="276999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25ED4677-23DA-7CB2-95D5-59B0F63C65D6}"/>
                  </a:ext>
                </a:extLst>
              </p:cNvPr>
              <p:cNvSpPr txBox="1"/>
              <p:nvPr/>
            </p:nvSpPr>
            <p:spPr>
              <a:xfrm>
                <a:off x="271610" y="3003780"/>
                <a:ext cx="1440000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35D93BB-1C95-A787-6B51-42A0FF2A9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10" y="3003780"/>
                <a:ext cx="1440000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0546818B-56F2-EA47-B0A6-F8DF11B1CC36}"/>
              </a:ext>
            </a:extLst>
          </p:cNvPr>
          <p:cNvSpPr txBox="1"/>
          <p:nvPr/>
        </p:nvSpPr>
        <p:spPr>
          <a:xfrm>
            <a:off x="219834" y="4971020"/>
            <a:ext cx="144700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66B224B-8F8D-CA08-F957-7C0C499ECD38}"/>
              </a:ext>
            </a:extLst>
          </p:cNvPr>
          <p:cNvSpPr txBox="1"/>
          <p:nvPr/>
        </p:nvSpPr>
        <p:spPr>
          <a:xfrm>
            <a:off x="5130837" y="4971019"/>
            <a:ext cx="2338435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907D35C0-908E-09E1-EBA9-BA17479A53DF}"/>
              </a:ext>
            </a:extLst>
          </p:cNvPr>
          <p:cNvSpPr txBox="1"/>
          <p:nvPr/>
        </p:nvSpPr>
        <p:spPr>
          <a:xfrm>
            <a:off x="7636562" y="3878295"/>
            <a:ext cx="2795001" cy="2808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levene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.test()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C3D85328-BB62-49BA-7B5F-747277CE9152}"/>
                  </a:ext>
                </a:extLst>
              </p:cNvPr>
              <p:cNvSpPr txBox="1"/>
              <p:nvPr/>
            </p:nvSpPr>
            <p:spPr>
              <a:xfrm>
                <a:off x="9351563" y="4482840"/>
                <a:ext cx="1080000" cy="277200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6A843E82-AE36-2049-F32E-7DB7C257B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563" y="4482840"/>
                <a:ext cx="1080000" cy="27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04FD3B99-2989-4BD9-8AF0-FC81566A59A3}"/>
                  </a:ext>
                </a:extLst>
              </p:cNvPr>
              <p:cNvSpPr txBox="1"/>
              <p:nvPr/>
            </p:nvSpPr>
            <p:spPr>
              <a:xfrm>
                <a:off x="7582544" y="4472251"/>
                <a:ext cx="1080000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5E44A5B4-1C65-9447-A4FA-813B5715A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544" y="4472251"/>
                <a:ext cx="108000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E92FBAE6-E3BE-55A0-1AEF-2974AEBCA503}"/>
              </a:ext>
            </a:extLst>
          </p:cNvPr>
          <p:cNvSpPr txBox="1"/>
          <p:nvPr/>
        </p:nvSpPr>
        <p:spPr>
          <a:xfrm>
            <a:off x="7579542" y="4968485"/>
            <a:ext cx="1457998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D5955B2-48C6-CA17-7782-45E155082999}"/>
              </a:ext>
            </a:extLst>
          </p:cNvPr>
          <p:cNvSpPr txBox="1"/>
          <p:nvPr/>
        </p:nvSpPr>
        <p:spPr>
          <a:xfrm>
            <a:off x="9262621" y="4968284"/>
            <a:ext cx="1168942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aov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grpSp>
        <p:nvGrpSpPr>
          <p:cNvPr id="427" name="Gruppieren 426">
            <a:extLst>
              <a:ext uri="{FF2B5EF4-FFF2-40B4-BE49-F238E27FC236}">
                <a16:creationId xmlns:a16="http://schemas.microsoft.com/office/drawing/2014/main" id="{5DF6FEDC-4588-D7E9-6209-C250A36FB90E}"/>
              </a:ext>
            </a:extLst>
          </p:cNvPr>
          <p:cNvGrpSpPr/>
          <p:nvPr/>
        </p:nvGrpSpPr>
        <p:grpSpPr>
          <a:xfrm>
            <a:off x="8296125" y="4173488"/>
            <a:ext cx="1289076" cy="305400"/>
            <a:chOff x="8002301" y="4581613"/>
            <a:chExt cx="1289076" cy="305400"/>
          </a:xfrm>
        </p:grpSpPr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2BB8DD05-C07C-033C-FBF6-BBFA07AE41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301" y="4581613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678FF6E0-0E58-63E0-66F8-91BE15405632}"/>
                </a:ext>
              </a:extLst>
            </p:cNvPr>
            <p:cNvCxnSpPr>
              <a:cxnSpLocks/>
            </p:cNvCxnSpPr>
            <p:nvPr/>
          </p:nvCxnSpPr>
          <p:spPr>
            <a:xfrm>
              <a:off x="8641787" y="4581613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feld 92">
            <a:extLst>
              <a:ext uri="{FF2B5EF4-FFF2-40B4-BE49-F238E27FC236}">
                <a16:creationId xmlns:a16="http://schemas.microsoft.com/office/drawing/2014/main" id="{7176795A-1468-FF43-AF67-4EECA0630E59}"/>
              </a:ext>
            </a:extLst>
          </p:cNvPr>
          <p:cNvSpPr txBox="1"/>
          <p:nvPr/>
        </p:nvSpPr>
        <p:spPr>
          <a:xfrm>
            <a:off x="9258228" y="5449810"/>
            <a:ext cx="1168942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TukeyHSD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DC64862B-1971-26A1-C071-57E61D321F10}"/>
              </a:ext>
            </a:extLst>
          </p:cNvPr>
          <p:cNvSpPr txBox="1"/>
          <p:nvPr/>
        </p:nvSpPr>
        <p:spPr>
          <a:xfrm>
            <a:off x="5130837" y="5449811"/>
            <a:ext cx="234120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AD08409-3BF2-FBB0-3D84-C26A31EC39E6}"/>
              </a:ext>
            </a:extLst>
          </p:cNvPr>
          <p:cNvSpPr txBox="1"/>
          <p:nvPr/>
        </p:nvSpPr>
        <p:spPr>
          <a:xfrm>
            <a:off x="3677721" y="4971020"/>
            <a:ext cx="1168943" cy="830997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              </a:t>
            </a:r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(…, </a:t>
            </a:r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var.equal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=TRUE)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169CA229-1812-86B5-F499-F9B06E2F8FFD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943338" y="3280779"/>
            <a:ext cx="48272" cy="16902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84156935-2E96-1E53-67F6-87201518112C}"/>
              </a:ext>
            </a:extLst>
          </p:cNvPr>
          <p:cNvGrpSpPr/>
          <p:nvPr/>
        </p:nvGrpSpPr>
        <p:grpSpPr>
          <a:xfrm>
            <a:off x="824372" y="2492447"/>
            <a:ext cx="1552397" cy="469922"/>
            <a:chOff x="2719572" y="1536945"/>
            <a:chExt cx="1289076" cy="305400"/>
          </a:xfrm>
        </p:grpSpPr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2C15473E-6731-CE8C-743C-CE02BE7880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F19EB4A4-0E85-3733-0350-D2138E7E2D00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63E8C3B5-45B1-CE43-57B8-1198778C2663}"/>
                  </a:ext>
                </a:extLst>
              </p:cNvPr>
              <p:cNvSpPr txBox="1"/>
              <p:nvPr/>
            </p:nvSpPr>
            <p:spPr>
              <a:xfrm>
                <a:off x="5130837" y="3111855"/>
                <a:ext cx="2338425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74CB43FD-F472-800C-0BC9-D288FF873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837" y="3111855"/>
                <a:ext cx="2338425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30738268-759C-491D-D4F0-A870427224B6}"/>
                  </a:ext>
                </a:extLst>
              </p:cNvPr>
              <p:cNvSpPr txBox="1"/>
              <p:nvPr/>
            </p:nvSpPr>
            <p:spPr>
              <a:xfrm>
                <a:off x="7625917" y="3100255"/>
                <a:ext cx="2805646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436DE9B5-559B-6581-9440-FF83D251A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917" y="3100255"/>
                <a:ext cx="280564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460396DC-E969-2E12-9A74-3B734FEF54C4}"/>
              </a:ext>
            </a:extLst>
          </p:cNvPr>
          <p:cNvSpPr txBox="1"/>
          <p:nvPr/>
        </p:nvSpPr>
        <p:spPr>
          <a:xfrm>
            <a:off x="10508557" y="5453366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F3241EC-9720-244A-1EBE-B8D7A63E213B}"/>
                  </a:ext>
                </a:extLst>
              </p:cNvPr>
              <p:cNvSpPr txBox="1"/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EADCB87-2FE2-B735-89A2-59CFEE3B9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683" y="5959220"/>
                <a:ext cx="2082384" cy="461665"/>
              </a:xfrm>
              <a:prstGeom prst="rect">
                <a:avLst/>
              </a:prstGeom>
              <a:blipFill>
                <a:blip r:embed="rId18"/>
                <a:stretch>
                  <a:fillRect t="-2703" b="-108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feld 148">
            <a:extLst>
              <a:ext uri="{FF2B5EF4-FFF2-40B4-BE49-F238E27FC236}">
                <a16:creationId xmlns:a16="http://schemas.microsoft.com/office/drawing/2014/main" id="{A25A5E24-FC6D-A715-FF0B-B8766FB638C6}"/>
              </a:ext>
            </a:extLst>
          </p:cNvPr>
          <p:cNvSpPr txBox="1"/>
          <p:nvPr/>
        </p:nvSpPr>
        <p:spPr>
          <a:xfrm>
            <a:off x="10508891" y="4951684"/>
            <a:ext cx="1618427" cy="276999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EC088FC9-70AA-61A7-3E01-787ECB63627B}"/>
              </a:ext>
            </a:extLst>
          </p:cNvPr>
          <p:cNvSpPr txBox="1"/>
          <p:nvPr/>
        </p:nvSpPr>
        <p:spPr>
          <a:xfrm>
            <a:off x="10508557" y="3876296"/>
            <a:ext cx="1618761" cy="27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heck </a:t>
            </a:r>
            <a:r>
              <a:rPr lang="en-GB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homoscedacity</a:t>
            </a:r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</a:p>
        </p:txBody>
      </p:sp>
      <p:cxnSp>
        <p:nvCxnSpPr>
          <p:cNvPr id="182" name="Gewinkelte Verbindung 181">
            <a:extLst>
              <a:ext uri="{FF2B5EF4-FFF2-40B4-BE49-F238E27FC236}">
                <a16:creationId xmlns:a16="http://schemas.microsoft.com/office/drawing/2014/main" id="{758363B6-830A-2ABE-0FBC-5099DC6A4C56}"/>
              </a:ext>
            </a:extLst>
          </p:cNvPr>
          <p:cNvCxnSpPr>
            <a:cxnSpLocks/>
            <a:stCxn id="7" idx="1"/>
            <a:endCxn id="8" idx="0"/>
          </p:cNvCxnSpPr>
          <p:nvPr/>
        </p:nvCxnSpPr>
        <p:spPr>
          <a:xfrm rot="10800000" flipV="1">
            <a:off x="2519994" y="499147"/>
            <a:ext cx="1462504" cy="33363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Gewinkelte Verbindung 184">
            <a:extLst>
              <a:ext uri="{FF2B5EF4-FFF2-40B4-BE49-F238E27FC236}">
                <a16:creationId xmlns:a16="http://schemas.microsoft.com/office/drawing/2014/main" id="{CC847DDF-C928-76BA-2F3F-CB2BA69DE3A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87643" y="499148"/>
            <a:ext cx="1512594" cy="334194"/>
          </a:xfrm>
          <a:prstGeom prst="bentConnector3">
            <a:avLst>
              <a:gd name="adj1" fmla="val 1014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Gerade Verbindung mit Pfeil 319">
            <a:extLst>
              <a:ext uri="{FF2B5EF4-FFF2-40B4-BE49-F238E27FC236}">
                <a16:creationId xmlns:a16="http://schemas.microsoft.com/office/drawing/2014/main" id="{425B7800-2627-546D-50DD-F936DB0C4F90}"/>
              </a:ext>
            </a:extLst>
          </p:cNvPr>
          <p:cNvCxnSpPr>
            <a:cxnSpLocks/>
          </p:cNvCxnSpPr>
          <p:nvPr/>
        </p:nvCxnSpPr>
        <p:spPr>
          <a:xfrm>
            <a:off x="6189491" y="3402561"/>
            <a:ext cx="0" cy="151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Gerade Verbindung mit Pfeil 362">
            <a:extLst>
              <a:ext uri="{FF2B5EF4-FFF2-40B4-BE49-F238E27FC236}">
                <a16:creationId xmlns:a16="http://schemas.microsoft.com/office/drawing/2014/main" id="{5136CC0C-07CB-A8D5-64AD-77491EE8C2DB}"/>
              </a:ext>
            </a:extLst>
          </p:cNvPr>
          <p:cNvCxnSpPr>
            <a:cxnSpLocks/>
          </p:cNvCxnSpPr>
          <p:nvPr/>
        </p:nvCxnSpPr>
        <p:spPr>
          <a:xfrm>
            <a:off x="2611735" y="3289510"/>
            <a:ext cx="659180" cy="5867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4BB3DEB5-0B43-880A-F632-B652556A9F17}"/>
              </a:ext>
            </a:extLst>
          </p:cNvPr>
          <p:cNvSpPr txBox="1"/>
          <p:nvPr/>
        </p:nvSpPr>
        <p:spPr>
          <a:xfrm>
            <a:off x="305981" y="6396835"/>
            <a:ext cx="1868481" cy="281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51A76F9E-792D-A9E1-796F-7A62EED00550}"/>
              </a:ext>
            </a:extLst>
          </p:cNvPr>
          <p:cNvSpPr txBox="1"/>
          <p:nvPr/>
        </p:nvSpPr>
        <p:spPr>
          <a:xfrm>
            <a:off x="305981" y="5974839"/>
            <a:ext cx="1859022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230A9EDD-9415-0A76-4A2F-69FE2A0E078D}"/>
                  </a:ext>
                </a:extLst>
              </p:cNvPr>
              <p:cNvSpPr txBox="1"/>
              <p:nvPr/>
            </p:nvSpPr>
            <p:spPr>
              <a:xfrm>
                <a:off x="2248265" y="5954905"/>
                <a:ext cx="2538462" cy="28183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</a:p>
            </p:txBody>
          </p:sp>
        </mc:Choice>
        <mc:Fallback xmlns="">
          <p:sp>
            <p:nvSpPr>
              <p:cNvPr id="467" name="Textfeld 466">
                <a:extLst>
                  <a:ext uri="{FF2B5EF4-FFF2-40B4-BE49-F238E27FC236}">
                    <a16:creationId xmlns:a16="http://schemas.microsoft.com/office/drawing/2014/main" id="{9F3DB9C3-A6B3-DC3B-D937-ACB248DD1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265" y="5954905"/>
                <a:ext cx="2538462" cy="281831"/>
              </a:xfrm>
              <a:prstGeom prst="rect">
                <a:avLst/>
              </a:prstGeom>
              <a:blipFill>
                <a:blip r:embed="rId19"/>
                <a:stretch>
                  <a:fillRect b="-833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73DB058B-C11C-958D-43BC-67658E511690}"/>
                  </a:ext>
                </a:extLst>
              </p:cNvPr>
              <p:cNvSpPr txBox="1"/>
              <p:nvPr/>
            </p:nvSpPr>
            <p:spPr>
              <a:xfrm>
                <a:off x="2238790" y="6376901"/>
                <a:ext cx="2543546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 algn="ctr">
                  <a:defRPr sz="1200"/>
                </a:lvl1pPr>
              </a:lstStyle>
              <a:p>
                <a:r>
                  <a:rPr lang="en-GB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predictor</a:t>
                </a:r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  <m:r>
                      <a:rPr lang="en-GB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&gt; 2 </m:t>
                    </m:r>
                  </m:oMath>
                </a14:m>
                <a:r>
                  <a:rPr lang="en-GB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levels </a:t>
                </a:r>
              </a:p>
            </p:txBody>
          </p:sp>
        </mc:Choice>
        <mc:Fallback xmlns="">
          <p:sp>
            <p:nvSpPr>
              <p:cNvPr id="468" name="Textfeld 467">
                <a:extLst>
                  <a:ext uri="{FF2B5EF4-FFF2-40B4-BE49-F238E27FC236}">
                    <a16:creationId xmlns:a16="http://schemas.microsoft.com/office/drawing/2014/main" id="{706DE281-AE3D-2689-6BA1-030155DA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790" y="6376901"/>
                <a:ext cx="2543546" cy="276999"/>
              </a:xfrm>
              <a:prstGeom prst="rect">
                <a:avLst/>
              </a:prstGeom>
              <a:blipFill>
                <a:blip r:embed="rId20"/>
                <a:stretch>
                  <a:fillRect b="-12500"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7" name="Textfeld 476">
            <a:extLst>
              <a:ext uri="{FF2B5EF4-FFF2-40B4-BE49-F238E27FC236}">
                <a16:creationId xmlns:a16="http://schemas.microsoft.com/office/drawing/2014/main" id="{8BDB679B-5E68-FCD0-51A1-4AE26906AB95}"/>
              </a:ext>
            </a:extLst>
          </p:cNvPr>
          <p:cNvSpPr txBox="1"/>
          <p:nvPr/>
        </p:nvSpPr>
        <p:spPr>
          <a:xfrm>
            <a:off x="305981" y="5743382"/>
            <a:ext cx="1091245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9703CFF6-5E75-D87F-5326-68645C60D222}"/>
              </a:ext>
            </a:extLst>
          </p:cNvPr>
          <p:cNvGrpSpPr/>
          <p:nvPr/>
        </p:nvGrpSpPr>
        <p:grpSpPr>
          <a:xfrm>
            <a:off x="1627374" y="1105161"/>
            <a:ext cx="1785240" cy="542165"/>
            <a:chOff x="2719572" y="1536945"/>
            <a:chExt cx="1289076" cy="305400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87339516-5798-E76E-4B20-3D0F58D17F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9BDF298F-A366-B019-BF9A-AA4B6E08C43D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1" name="Gerade Verbindung mit Pfeil 460">
            <a:extLst>
              <a:ext uri="{FF2B5EF4-FFF2-40B4-BE49-F238E27FC236}">
                <a16:creationId xmlns:a16="http://schemas.microsoft.com/office/drawing/2014/main" id="{23234B4B-B19A-28CA-55EA-C7069851735C}"/>
              </a:ext>
            </a:extLst>
          </p:cNvPr>
          <p:cNvCxnSpPr>
            <a:cxnSpLocks/>
          </p:cNvCxnSpPr>
          <p:nvPr/>
        </p:nvCxnSpPr>
        <p:spPr>
          <a:xfrm flipH="1">
            <a:off x="8287643" y="4758610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Gerade Verbindung mit Pfeil 464">
            <a:extLst>
              <a:ext uri="{FF2B5EF4-FFF2-40B4-BE49-F238E27FC236}">
                <a16:creationId xmlns:a16="http://schemas.microsoft.com/office/drawing/2014/main" id="{0E815C0E-F848-E100-0A0A-8D91E4332B73}"/>
              </a:ext>
            </a:extLst>
          </p:cNvPr>
          <p:cNvCxnSpPr>
            <a:cxnSpLocks/>
          </p:cNvCxnSpPr>
          <p:nvPr/>
        </p:nvCxnSpPr>
        <p:spPr>
          <a:xfrm flipH="1">
            <a:off x="9767473" y="4763372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Gerade Verbindung mit Pfeil 465">
            <a:extLst>
              <a:ext uri="{FF2B5EF4-FFF2-40B4-BE49-F238E27FC236}">
                <a16:creationId xmlns:a16="http://schemas.microsoft.com/office/drawing/2014/main" id="{A28D0335-D7FD-50B9-C86C-0A9400E90F57}"/>
              </a:ext>
            </a:extLst>
          </p:cNvPr>
          <p:cNvCxnSpPr>
            <a:cxnSpLocks/>
          </p:cNvCxnSpPr>
          <p:nvPr/>
        </p:nvCxnSpPr>
        <p:spPr>
          <a:xfrm flipH="1">
            <a:off x="8287643" y="5246480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Gerade Verbindung mit Pfeil 468">
            <a:extLst>
              <a:ext uri="{FF2B5EF4-FFF2-40B4-BE49-F238E27FC236}">
                <a16:creationId xmlns:a16="http://schemas.microsoft.com/office/drawing/2014/main" id="{3255881F-2198-2C53-834C-8D465092DAB6}"/>
              </a:ext>
            </a:extLst>
          </p:cNvPr>
          <p:cNvCxnSpPr>
            <a:cxnSpLocks/>
          </p:cNvCxnSpPr>
          <p:nvPr/>
        </p:nvCxnSpPr>
        <p:spPr>
          <a:xfrm flipH="1">
            <a:off x="9767473" y="5251947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8E593CC7-0581-43EC-5A07-D9A0DC496D15}"/>
              </a:ext>
            </a:extLst>
          </p:cNvPr>
          <p:cNvCxnSpPr>
            <a:cxnSpLocks/>
          </p:cNvCxnSpPr>
          <p:nvPr/>
        </p:nvCxnSpPr>
        <p:spPr>
          <a:xfrm flipH="1">
            <a:off x="6182061" y="5264410"/>
            <a:ext cx="4391" cy="180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Gerade Verbindung mit Pfeil 495">
            <a:extLst>
              <a:ext uri="{FF2B5EF4-FFF2-40B4-BE49-F238E27FC236}">
                <a16:creationId xmlns:a16="http://schemas.microsoft.com/office/drawing/2014/main" id="{D2533A6A-AFDE-CA5B-668C-947F1E33BF45}"/>
              </a:ext>
            </a:extLst>
          </p:cNvPr>
          <p:cNvCxnSpPr>
            <a:cxnSpLocks/>
          </p:cNvCxnSpPr>
          <p:nvPr/>
        </p:nvCxnSpPr>
        <p:spPr>
          <a:xfrm flipH="1">
            <a:off x="8946555" y="3270049"/>
            <a:ext cx="7967" cy="59751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5BED0A80-7F2D-CFA3-DCAB-7871ADD64CC8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7779530" y="1109786"/>
            <a:ext cx="1670" cy="10915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5D7EF600-096C-D9E3-CD06-DF67A98406A9}"/>
              </a:ext>
            </a:extLst>
          </p:cNvPr>
          <p:cNvCxnSpPr>
            <a:cxnSpLocks/>
          </p:cNvCxnSpPr>
          <p:nvPr/>
        </p:nvCxnSpPr>
        <p:spPr>
          <a:xfrm flipH="1">
            <a:off x="1572292" y="1996567"/>
            <a:ext cx="4391" cy="180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18459313-DC78-65FF-A5ED-9FFFE5CD1E9B}"/>
              </a:ext>
            </a:extLst>
          </p:cNvPr>
          <p:cNvSpPr/>
          <p:nvPr/>
        </p:nvSpPr>
        <p:spPr>
          <a:xfrm>
            <a:off x="243603" y="5730875"/>
            <a:ext cx="4603061" cy="9992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A8B7EA-159C-4CF5-C9AD-A7A849488ABC}"/>
              </a:ext>
            </a:extLst>
          </p:cNvPr>
          <p:cNvGrpSpPr/>
          <p:nvPr/>
        </p:nvGrpSpPr>
        <p:grpSpPr>
          <a:xfrm>
            <a:off x="6911252" y="2511762"/>
            <a:ext cx="1552397" cy="469922"/>
            <a:chOff x="2719572" y="1536945"/>
            <a:chExt cx="1289076" cy="305400"/>
          </a:xfrm>
        </p:grpSpPr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460C02F4-8E43-8029-B879-E1C5B5AEDF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E4EFA2D6-DF24-5441-196C-E211339A218E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AA918C3F-2D6F-6385-B70F-1B77905BC8BF}"/>
              </a:ext>
            </a:extLst>
          </p:cNvPr>
          <p:cNvSpPr txBox="1"/>
          <p:nvPr/>
        </p:nvSpPr>
        <p:spPr>
          <a:xfrm>
            <a:off x="7579541" y="5464719"/>
            <a:ext cx="1592907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38B23CC-D1BC-E5B9-DA63-633F2ADF8CD9}"/>
              </a:ext>
            </a:extLst>
          </p:cNvPr>
          <p:cNvSpPr txBox="1"/>
          <p:nvPr/>
        </p:nvSpPr>
        <p:spPr>
          <a:xfrm>
            <a:off x="1793458" y="3867565"/>
            <a:ext cx="2795001" cy="2808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levene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.test()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9D4384C2-3745-7DAD-8BBD-5B64E6EA71F6}"/>
                  </a:ext>
                </a:extLst>
              </p:cNvPr>
              <p:cNvSpPr txBox="1"/>
              <p:nvPr/>
            </p:nvSpPr>
            <p:spPr>
              <a:xfrm>
                <a:off x="3697194" y="4575800"/>
                <a:ext cx="1080000" cy="277200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9D4384C2-3745-7DAD-8BBD-5B64E6EA7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194" y="4575800"/>
                <a:ext cx="1080000" cy="2772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25CD3DB5-82A4-6BF3-8CB2-7E94931B9FF9}"/>
                  </a:ext>
                </a:extLst>
              </p:cNvPr>
              <p:cNvSpPr txBox="1"/>
              <p:nvPr/>
            </p:nvSpPr>
            <p:spPr>
              <a:xfrm>
                <a:off x="1928175" y="4565211"/>
                <a:ext cx="1080000" cy="276999"/>
              </a:xfrm>
              <a:prstGeom prst="rect">
                <a:avLst/>
              </a:pr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25CD3DB5-82A4-6BF3-8CB2-7E94931B9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175" y="4565211"/>
                <a:ext cx="1080000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A8004CAA-3A40-990E-F1DE-81592043A175}"/>
              </a:ext>
            </a:extLst>
          </p:cNvPr>
          <p:cNvGrpSpPr/>
          <p:nvPr/>
        </p:nvGrpSpPr>
        <p:grpSpPr>
          <a:xfrm>
            <a:off x="2641756" y="4266448"/>
            <a:ext cx="1289076" cy="305400"/>
            <a:chOff x="8002301" y="4581613"/>
            <a:chExt cx="1289076" cy="305400"/>
          </a:xfrm>
        </p:grpSpPr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BFA930C8-04AD-01C1-1C1C-54984B050A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301" y="4581613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8BD2D13D-0454-A24C-1806-7CB4B29663E6}"/>
                </a:ext>
              </a:extLst>
            </p:cNvPr>
            <p:cNvCxnSpPr>
              <a:cxnSpLocks/>
            </p:cNvCxnSpPr>
            <p:nvPr/>
          </p:nvCxnSpPr>
          <p:spPr>
            <a:xfrm>
              <a:off x="8641787" y="4581613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feld 36">
            <a:extLst>
              <a:ext uri="{FF2B5EF4-FFF2-40B4-BE49-F238E27FC236}">
                <a16:creationId xmlns:a16="http://schemas.microsoft.com/office/drawing/2014/main" id="{D6EFF9D2-46AA-11F0-1096-ABE23DA5E9D6}"/>
              </a:ext>
            </a:extLst>
          </p:cNvPr>
          <p:cNvSpPr txBox="1"/>
          <p:nvPr/>
        </p:nvSpPr>
        <p:spPr>
          <a:xfrm>
            <a:off x="1900741" y="5028113"/>
            <a:ext cx="1168943" cy="461665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              </a:t>
            </a:r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(…)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7FEDACF0-F309-6382-A14A-D4F929CFE9E0}"/>
                  </a:ext>
                </a:extLst>
              </p:cNvPr>
              <p:cNvSpPr txBox="1"/>
              <p:nvPr/>
            </p:nvSpPr>
            <p:spPr>
              <a:xfrm>
                <a:off x="3331026" y="1731141"/>
                <a:ext cx="1455701" cy="27699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7FEDACF0-F309-6382-A14A-D4F929CFE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026" y="1731141"/>
                <a:ext cx="1455701" cy="276999"/>
              </a:xfrm>
              <a:prstGeom prst="rect">
                <a:avLst/>
              </a:prstGeom>
              <a:blipFill>
                <a:blip r:embed="rId23"/>
                <a:stretch>
                  <a:fillRect b="-1250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0E2E435F-F5AD-8DEE-9FE5-B11A130FE6DE}"/>
              </a:ext>
            </a:extLst>
          </p:cNvPr>
          <p:cNvCxnSpPr>
            <a:cxnSpLocks/>
          </p:cNvCxnSpPr>
          <p:nvPr/>
        </p:nvCxnSpPr>
        <p:spPr>
          <a:xfrm>
            <a:off x="4024390" y="2020506"/>
            <a:ext cx="0" cy="18212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805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EF73C-AA51-7089-F452-04EB6DB0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feld 159">
            <a:extLst>
              <a:ext uri="{FF2B5EF4-FFF2-40B4-BE49-F238E27FC236}">
                <a16:creationId xmlns:a16="http://schemas.microsoft.com/office/drawing/2014/main" id="{560A487B-BA43-AB6B-8EF4-09B161FBEF91}"/>
              </a:ext>
            </a:extLst>
          </p:cNvPr>
          <p:cNvSpPr txBox="1"/>
          <p:nvPr/>
        </p:nvSpPr>
        <p:spPr>
          <a:xfrm>
            <a:off x="10466741" y="1690687"/>
            <a:ext cx="161842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 </a:t>
            </a:r>
            <a:r>
              <a:rPr lang="en-GB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normality</a:t>
            </a:r>
            <a:endParaRPr lang="en-GB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3A17253-FA9F-B244-5397-9709069A12C4}"/>
              </a:ext>
            </a:extLst>
          </p:cNvPr>
          <p:cNvSpPr txBox="1"/>
          <p:nvPr/>
        </p:nvSpPr>
        <p:spPr>
          <a:xfrm>
            <a:off x="998506" y="1591030"/>
            <a:ext cx="3906703" cy="276999"/>
          </a:xfrm>
          <a:prstGeom prst="rect">
            <a:avLst/>
          </a:prstGeom>
          <a:solidFill>
            <a:schemeClr val="accent2">
              <a:alpha val="19906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shapiro.test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GB" sz="1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each level</a:t>
            </a:r>
            <a:endParaRPr lang="en-GB" sz="12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59D4F33-54BA-1EBD-D1F0-135F2B6DB97C}"/>
                  </a:ext>
                </a:extLst>
              </p:cNvPr>
              <p:cNvSpPr txBox="1"/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ategorical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predictor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factor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  with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levels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b>
                        <m:r>
                          <a:rPr lang="en-GB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entries in each level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GB" sz="12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=1,2,…,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umeric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response of 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class 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numeric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r>
                  <a:rPr lang="en-GB" sz="120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 “</a:t>
                </a:r>
                <a:r>
                  <a:rPr lang="en-GB" sz="1200" noProof="0" dirty="0"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integer</a:t>
                </a:r>
                <a:r>
                  <a: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”</a:t>
                </a:r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59D4F33-54BA-1EBD-D1F0-135F2B6DB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726" y="268315"/>
                <a:ext cx="6737685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22">
            <a:extLst>
              <a:ext uri="{FF2B5EF4-FFF2-40B4-BE49-F238E27FC236}">
                <a16:creationId xmlns:a16="http://schemas.microsoft.com/office/drawing/2014/main" id="{84DE5E89-3602-1EE2-C8EF-C76D73E33AC6}"/>
              </a:ext>
            </a:extLst>
          </p:cNvPr>
          <p:cNvSpPr txBox="1"/>
          <p:nvPr/>
        </p:nvSpPr>
        <p:spPr>
          <a:xfrm>
            <a:off x="998506" y="3574388"/>
            <a:ext cx="144700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wilcox.test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45A4D30-456F-B440-3895-29A87290D16A}"/>
              </a:ext>
            </a:extLst>
          </p:cNvPr>
          <p:cNvSpPr txBox="1"/>
          <p:nvPr/>
        </p:nvSpPr>
        <p:spPr>
          <a:xfrm>
            <a:off x="2623343" y="3574388"/>
            <a:ext cx="2338435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kruskal.test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B3B4585-D94C-F7A1-B6DD-BEDE9A4EFE36}"/>
              </a:ext>
            </a:extLst>
          </p:cNvPr>
          <p:cNvSpPr txBox="1"/>
          <p:nvPr/>
        </p:nvSpPr>
        <p:spPr>
          <a:xfrm>
            <a:off x="7906196" y="3574388"/>
            <a:ext cx="2325414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oneway.test</a:t>
            </a:r>
            <a:r>
              <a:rPr lang="en-GB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C83EAB7E-EC55-3AF9-7904-AE52F1946FC1}"/>
              </a:ext>
            </a:extLst>
          </p:cNvPr>
          <p:cNvSpPr txBox="1"/>
          <p:nvPr/>
        </p:nvSpPr>
        <p:spPr>
          <a:xfrm>
            <a:off x="7873473" y="4273424"/>
            <a:ext cx="2341206" cy="28486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games_howell</a:t>
            </a:r>
            <a:r>
              <a:rPr lang="en-GB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  <a:endParaRPr lang="en-GB" noProof="0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5F9BBE4E-8C0F-D0B9-244C-73149C41AEDF}"/>
              </a:ext>
            </a:extLst>
          </p:cNvPr>
          <p:cNvSpPr txBox="1"/>
          <p:nvPr/>
        </p:nvSpPr>
        <p:spPr>
          <a:xfrm>
            <a:off x="2621957" y="4273424"/>
            <a:ext cx="2341205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pairwise.wilcox.test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F33D17D-B4E7-4A15-72D0-3D92AC1C5841}"/>
              </a:ext>
            </a:extLst>
          </p:cNvPr>
          <p:cNvSpPr txBox="1"/>
          <p:nvPr/>
        </p:nvSpPr>
        <p:spPr>
          <a:xfrm>
            <a:off x="6190820" y="3574388"/>
            <a:ext cx="1447005" cy="276999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t.test</a:t>
            </a:r>
            <a:r>
              <a:rPr lang="en-GB" sz="1200" noProof="0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CB273C9-05B6-48BA-748A-AC18988E5C4C}"/>
                  </a:ext>
                </a:extLst>
              </p:cNvPr>
              <p:cNvSpPr txBox="1"/>
              <p:nvPr/>
            </p:nvSpPr>
            <p:spPr>
              <a:xfrm>
                <a:off x="998506" y="2235164"/>
                <a:ext cx="3906701" cy="276999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>
                    <a:ea typeface="Cambria Math" panose="02040503050406030204" pitchFamily="18" charset="0"/>
                  </a:rPr>
                  <a:t>At least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CB273C9-05B6-48BA-748A-AC18988E5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06" y="2235164"/>
                <a:ext cx="3906701" cy="276999"/>
              </a:xfrm>
              <a:prstGeom prst="rect">
                <a:avLst/>
              </a:prstGeom>
              <a:blipFill>
                <a:blip r:embed="rId4"/>
                <a:stretch>
                  <a:fillRect t="-4348" b="-8696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7C7C90E0-E517-64BA-D41B-40B336F9CCFA}"/>
              </a:ext>
            </a:extLst>
          </p:cNvPr>
          <p:cNvSpPr txBox="1"/>
          <p:nvPr/>
        </p:nvSpPr>
        <p:spPr>
          <a:xfrm>
            <a:off x="10466743" y="4273424"/>
            <a:ext cx="1618426" cy="277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Post-hoc test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6BFC05B-C9C0-5CF8-B128-D7AB3244DFE7}"/>
                  </a:ext>
                </a:extLst>
              </p:cNvPr>
              <p:cNvSpPr txBox="1"/>
              <p:nvPr/>
            </p:nvSpPr>
            <p:spPr>
              <a:xfrm>
                <a:off x="10002785" y="5037737"/>
                <a:ext cx="2082384" cy="461665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GB" sz="1200" noProof="0" dirty="0" err="1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rPr>
                  <a:t>conf.level</a:t>
                </a:r>
                <a:r>
                  <a:rPr lang="en-GB" sz="800" noProof="0" dirty="0">
                    <a:latin typeface="CMU Bright Roman" panose="02000603000000000000" pitchFamily="2" charset="0"/>
                    <a:ea typeface="CMU Bright Roman" panose="02000603000000000000" pitchFamily="2" charset="0"/>
                    <a:cs typeface="CMU Bright Roman" panose="02000603000000000000" pitchFamily="2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>
                    <a:ea typeface="Cambria Math" panose="02040503050406030204" pitchFamily="18" charset="0"/>
                  </a:rPr>
                  <a:t>-value of level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200" noProof="0" dirty="0">
                  <a:latin typeface="CMU Bright Roman" panose="02000603000000000000" pitchFamily="2" charset="0"/>
                  <a:ea typeface="CMU Bright Roman" panose="02000603000000000000" pitchFamily="2" charset="0"/>
                  <a:cs typeface="CMU Bright Roman" panose="02000603000000000000" pitchFamily="2" charset="0"/>
                </a:endParaRPr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6BFC05B-C9C0-5CF8-B128-D7AB3244D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785" y="5037737"/>
                <a:ext cx="2082384" cy="461665"/>
              </a:xfrm>
              <a:prstGeom prst="rect">
                <a:avLst/>
              </a:prstGeom>
              <a:blipFill>
                <a:blip r:embed="rId5"/>
                <a:stretch>
                  <a:fillRect b="-7895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Textfeld 148">
            <a:extLst>
              <a:ext uri="{FF2B5EF4-FFF2-40B4-BE49-F238E27FC236}">
                <a16:creationId xmlns:a16="http://schemas.microsoft.com/office/drawing/2014/main" id="{06AB22BD-5AD8-3EC3-CED8-2566B1AA0144}"/>
              </a:ext>
            </a:extLst>
          </p:cNvPr>
          <p:cNvSpPr txBox="1"/>
          <p:nvPr/>
        </p:nvSpPr>
        <p:spPr>
          <a:xfrm>
            <a:off x="10466742" y="3578911"/>
            <a:ext cx="1618427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Final test selected </a:t>
            </a:r>
          </a:p>
        </p:txBody>
      </p:sp>
      <p:cxnSp>
        <p:nvCxnSpPr>
          <p:cNvPr id="185" name="Gewinkelte Verbindung 184">
            <a:extLst>
              <a:ext uri="{FF2B5EF4-FFF2-40B4-BE49-F238E27FC236}">
                <a16:creationId xmlns:a16="http://schemas.microsoft.com/office/drawing/2014/main" id="{5065234F-6F38-1DC1-8380-35A188942DD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9681411" y="499148"/>
            <a:ext cx="118826" cy="334194"/>
          </a:xfrm>
          <a:prstGeom prst="bentConnector2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457A86FB-C2B8-6834-FCCC-2B5BD446650E}"/>
              </a:ext>
            </a:extLst>
          </p:cNvPr>
          <p:cNvSpPr txBox="1"/>
          <p:nvPr/>
        </p:nvSpPr>
        <p:spPr>
          <a:xfrm>
            <a:off x="2621957" y="5088311"/>
            <a:ext cx="2341205" cy="281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non-parametric tests 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1D51A81E-99D0-3FD1-DB90-24A001771304}"/>
              </a:ext>
            </a:extLst>
          </p:cNvPr>
          <p:cNvSpPr txBox="1"/>
          <p:nvPr/>
        </p:nvSpPr>
        <p:spPr>
          <a:xfrm>
            <a:off x="998506" y="5097213"/>
            <a:ext cx="1447007" cy="281831"/>
          </a:xfrm>
          <a:prstGeom prst="rect">
            <a:avLst/>
          </a:prstGeom>
          <a:solidFill>
            <a:schemeClr val="accent4">
              <a:alpha val="19758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parametric tests</a:t>
            </a:r>
          </a:p>
        </p:txBody>
      </p:sp>
      <p:sp>
        <p:nvSpPr>
          <p:cNvPr id="477" name="Textfeld 476">
            <a:extLst>
              <a:ext uri="{FF2B5EF4-FFF2-40B4-BE49-F238E27FC236}">
                <a16:creationId xmlns:a16="http://schemas.microsoft.com/office/drawing/2014/main" id="{B8175C6B-E50D-CD5D-167A-9DCCFF825618}"/>
              </a:ext>
            </a:extLst>
          </p:cNvPr>
          <p:cNvSpPr txBox="1"/>
          <p:nvPr/>
        </p:nvSpPr>
        <p:spPr>
          <a:xfrm>
            <a:off x="1065209" y="4869319"/>
            <a:ext cx="1091245" cy="2818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pPr algn="l"/>
            <a:r>
              <a: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Colour code: </a:t>
            </a:r>
          </a:p>
        </p:txBody>
      </p:sp>
      <p:grpSp>
        <p:nvGrpSpPr>
          <p:cNvPr id="491" name="Gruppieren 490">
            <a:extLst>
              <a:ext uri="{FF2B5EF4-FFF2-40B4-BE49-F238E27FC236}">
                <a16:creationId xmlns:a16="http://schemas.microsoft.com/office/drawing/2014/main" id="{94681B08-1213-94D5-11D9-ED24A515314C}"/>
              </a:ext>
            </a:extLst>
          </p:cNvPr>
          <p:cNvGrpSpPr/>
          <p:nvPr/>
        </p:nvGrpSpPr>
        <p:grpSpPr>
          <a:xfrm>
            <a:off x="2906791" y="729980"/>
            <a:ext cx="5142560" cy="528220"/>
            <a:chOff x="1278983" y="1339017"/>
            <a:chExt cx="2729665" cy="310727"/>
          </a:xfrm>
        </p:grpSpPr>
        <p:cxnSp>
          <p:nvCxnSpPr>
            <p:cNvPr id="492" name="Gerade Verbindung mit Pfeil 491">
              <a:extLst>
                <a:ext uri="{FF2B5EF4-FFF2-40B4-BE49-F238E27FC236}">
                  <a16:creationId xmlns:a16="http://schemas.microsoft.com/office/drawing/2014/main" id="{3BA7FFCA-4D72-0364-B518-FE3158E315A0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>
              <a:off x="1278983" y="1339017"/>
              <a:ext cx="1807783" cy="262316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Gerade Verbindung mit Pfeil 492">
              <a:extLst>
                <a:ext uri="{FF2B5EF4-FFF2-40B4-BE49-F238E27FC236}">
                  <a16:creationId xmlns:a16="http://schemas.microsoft.com/office/drawing/2014/main" id="{A7224410-7D89-E92E-63F1-1C821F8A47D6}"/>
                </a:ext>
              </a:extLst>
            </p:cNvPr>
            <p:cNvCxnSpPr>
              <a:cxnSpLocks/>
              <a:stCxn id="7" idx="2"/>
              <a:endCxn id="22" idx="0"/>
            </p:cNvCxnSpPr>
            <p:nvPr/>
          </p:nvCxnSpPr>
          <p:spPr>
            <a:xfrm>
              <a:off x="3086766" y="1339017"/>
              <a:ext cx="921882" cy="310727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6" name="Gerade Verbindung mit Pfeil 465">
            <a:extLst>
              <a:ext uri="{FF2B5EF4-FFF2-40B4-BE49-F238E27FC236}">
                <a16:creationId xmlns:a16="http://schemas.microsoft.com/office/drawing/2014/main" id="{00D746DC-102B-3451-7FA5-F6D9390A75CF}"/>
              </a:ext>
            </a:extLst>
          </p:cNvPr>
          <p:cNvCxnSpPr>
            <a:cxnSpLocks/>
          </p:cNvCxnSpPr>
          <p:nvPr/>
        </p:nvCxnSpPr>
        <p:spPr>
          <a:xfrm>
            <a:off x="7783227" y="1591030"/>
            <a:ext cx="0" cy="118948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erade Verbindung mit Pfeil 469">
            <a:extLst>
              <a:ext uri="{FF2B5EF4-FFF2-40B4-BE49-F238E27FC236}">
                <a16:creationId xmlns:a16="http://schemas.microsoft.com/office/drawing/2014/main" id="{538BDC58-6AA6-A935-F515-6119FA86DF43}"/>
              </a:ext>
            </a:extLst>
          </p:cNvPr>
          <p:cNvCxnSpPr>
            <a:cxnSpLocks/>
            <a:stCxn id="27" idx="2"/>
            <a:endCxn id="94" idx="0"/>
          </p:cNvCxnSpPr>
          <p:nvPr/>
        </p:nvCxnSpPr>
        <p:spPr>
          <a:xfrm flipH="1">
            <a:off x="3792560" y="3851387"/>
            <a:ext cx="1" cy="422037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AB751EC2-5961-AD29-08CB-BC42FA3F0C6C}"/>
              </a:ext>
            </a:extLst>
          </p:cNvPr>
          <p:cNvSpPr/>
          <p:nvPr/>
        </p:nvSpPr>
        <p:spPr>
          <a:xfrm>
            <a:off x="998506" y="4788842"/>
            <a:ext cx="6342452" cy="734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9ABA092A-8DD2-A675-8935-37571EC3BCCA}"/>
                  </a:ext>
                </a:extLst>
              </p:cNvPr>
              <p:cNvSpPr txBox="1"/>
              <p:nvPr/>
            </p:nvSpPr>
            <p:spPr>
              <a:xfrm>
                <a:off x="998506" y="1228159"/>
                <a:ext cx="3906702" cy="276999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9ABA092A-8DD2-A675-8935-37571EC3B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06" y="1228159"/>
                <a:ext cx="3906702" cy="276999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A2429EDB-E2BB-31CA-2821-75B3F5DFF992}"/>
              </a:ext>
            </a:extLst>
          </p:cNvPr>
          <p:cNvGrpSpPr/>
          <p:nvPr/>
        </p:nvGrpSpPr>
        <p:grpSpPr>
          <a:xfrm>
            <a:off x="1851015" y="2530689"/>
            <a:ext cx="1843637" cy="793298"/>
            <a:chOff x="2719572" y="1536945"/>
            <a:chExt cx="1289076" cy="305400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E0BA3BAB-194F-2614-63E2-848507600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93C14A77-D1D8-9E6D-BA0B-FD743BDCE7B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4C16D46-EC0B-DA4F-46E7-5A56383CD619}"/>
                  </a:ext>
                </a:extLst>
              </p:cNvPr>
              <p:cNvSpPr txBox="1"/>
              <p:nvPr/>
            </p:nvSpPr>
            <p:spPr>
              <a:xfrm>
                <a:off x="998506" y="3274919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4C16D46-EC0B-DA4F-46E7-5A56383CD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06" y="3274919"/>
                <a:ext cx="1447007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8C5E72C-1F11-719A-6516-D7140AE2610E}"/>
                  </a:ext>
                </a:extLst>
              </p:cNvPr>
              <p:cNvSpPr txBox="1"/>
              <p:nvPr/>
            </p:nvSpPr>
            <p:spPr>
              <a:xfrm>
                <a:off x="2633297" y="3274919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8C5E72C-1F11-719A-6516-D7140AE26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297" y="3274919"/>
                <a:ext cx="232286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6B5030A-EBE8-2DA4-3E36-5101FD1D28BD}"/>
              </a:ext>
            </a:extLst>
          </p:cNvPr>
          <p:cNvGrpSpPr/>
          <p:nvPr/>
        </p:nvGrpSpPr>
        <p:grpSpPr>
          <a:xfrm>
            <a:off x="7013112" y="2782527"/>
            <a:ext cx="1552397" cy="469922"/>
            <a:chOff x="2719572" y="1536945"/>
            <a:chExt cx="1289076" cy="305400"/>
          </a:xfrm>
        </p:grpSpPr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2F0B4AC8-71F1-9AEF-3092-82D771B5F9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95EDDCEE-12BE-FCBC-18F0-04DB0A54C288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1B3F98F4-D1BC-BE0D-4FF7-72A0EB4D7159}"/>
                  </a:ext>
                </a:extLst>
              </p:cNvPr>
              <p:cNvSpPr txBox="1"/>
              <p:nvPr/>
            </p:nvSpPr>
            <p:spPr>
              <a:xfrm>
                <a:off x="6190818" y="3274919"/>
                <a:ext cx="144700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1B3F98F4-D1BC-BE0D-4FF7-72A0EB4D7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818" y="3274919"/>
                <a:ext cx="144700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7C6471B-7056-688A-EC2A-1D6753E5AA8C}"/>
                  </a:ext>
                </a:extLst>
              </p:cNvPr>
              <p:cNvSpPr txBox="1"/>
              <p:nvPr/>
            </p:nvSpPr>
            <p:spPr>
              <a:xfrm>
                <a:off x="7917053" y="3274919"/>
                <a:ext cx="2322867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7C6471B-7056-688A-EC2A-1D6753E5A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053" y="3274919"/>
                <a:ext cx="232286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6574FECB-A6C7-E449-BB85-3996B08969BB}"/>
                  </a:ext>
                </a:extLst>
              </p:cNvPr>
              <p:cNvSpPr txBox="1"/>
              <p:nvPr/>
            </p:nvSpPr>
            <p:spPr>
              <a:xfrm>
                <a:off x="6096000" y="1258200"/>
                <a:ext cx="3906702" cy="276999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6574FECB-A6C7-E449-BB85-3996B0896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58200"/>
                <a:ext cx="3906702" cy="276999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1A467007-CE63-1E97-0D00-42EEB766F4C5}"/>
                  </a:ext>
                </a:extLst>
              </p:cNvPr>
              <p:cNvSpPr txBox="1"/>
              <p:nvPr/>
            </p:nvSpPr>
            <p:spPr>
              <a:xfrm>
                <a:off x="6099221" y="2235164"/>
                <a:ext cx="1399054" cy="276999"/>
              </a:xfrm>
              <a:prstGeom prst="rect">
                <a:avLst/>
              </a:prstGeom>
              <a:noFill/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for all </a:t>
                </a:r>
                <a:r>
                  <a:rPr lang="en-GB" sz="1200" noProof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</a:t>
                </a:r>
                <a:r>
                  <a: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1A467007-CE63-1E97-0D00-42EEB766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221" y="2235164"/>
                <a:ext cx="1399054" cy="276999"/>
              </a:xfrm>
              <a:prstGeom prst="rect">
                <a:avLst/>
              </a:prstGeom>
              <a:blipFill>
                <a:blip r:embed="rId11"/>
                <a:stretch>
                  <a:fillRect t="-4348" b="-8696"/>
                </a:stretch>
              </a:blipFill>
              <a:ln w="63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4669BFBA-D06F-3B80-44AA-8E3C1ADC8F98}"/>
              </a:ext>
            </a:extLst>
          </p:cNvPr>
          <p:cNvCxnSpPr>
            <a:cxnSpLocks/>
          </p:cNvCxnSpPr>
          <p:nvPr/>
        </p:nvCxnSpPr>
        <p:spPr>
          <a:xfrm>
            <a:off x="9206473" y="4141878"/>
            <a:ext cx="0" cy="193052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12337695-489B-9870-8490-57AFCBFBA0BE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6798748" y="2512163"/>
            <a:ext cx="984479" cy="22598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1FF91D70-E81C-3E6D-1431-434D5CF7DEF6}"/>
              </a:ext>
            </a:extLst>
          </p:cNvPr>
          <p:cNvGrpSpPr/>
          <p:nvPr/>
        </p:nvGrpSpPr>
        <p:grpSpPr>
          <a:xfrm>
            <a:off x="3027444" y="1895410"/>
            <a:ext cx="3771304" cy="366352"/>
            <a:chOff x="2719572" y="1536945"/>
            <a:chExt cx="1289076" cy="305400"/>
          </a:xfrm>
        </p:grpSpPr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B2CDB4D5-E655-484C-0E4A-B34B2480DD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F608DE68-5E8D-6B09-5087-A6155F79256E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3570E93-CCB2-4C68-5D1D-DCBF787DCCF7}"/>
              </a:ext>
            </a:extLst>
          </p:cNvPr>
          <p:cNvGrpSpPr/>
          <p:nvPr/>
        </p:nvGrpSpPr>
        <p:grpSpPr>
          <a:xfrm>
            <a:off x="4210348" y="742114"/>
            <a:ext cx="3771304" cy="366352"/>
            <a:chOff x="2719572" y="1536945"/>
            <a:chExt cx="1289076" cy="305400"/>
          </a:xfrm>
        </p:grpSpPr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FA1B629F-E045-FFDD-0411-D6B735EC63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19572" y="1536945"/>
              <a:ext cx="639486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540916DC-5FCD-2F76-966E-D166E48688E8}"/>
                </a:ext>
              </a:extLst>
            </p:cNvPr>
            <p:cNvCxnSpPr>
              <a:cxnSpLocks/>
            </p:cNvCxnSpPr>
            <p:nvPr/>
          </p:nvCxnSpPr>
          <p:spPr>
            <a:xfrm>
              <a:off x="3359058" y="1536945"/>
              <a:ext cx="649590" cy="30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88DAC7C5-6C90-9A25-04D5-9FEF26EC3231}"/>
              </a:ext>
            </a:extLst>
          </p:cNvPr>
          <p:cNvCxnSpPr>
            <a:cxnSpLocks/>
          </p:cNvCxnSpPr>
          <p:nvPr/>
        </p:nvCxnSpPr>
        <p:spPr>
          <a:xfrm>
            <a:off x="3792560" y="3871981"/>
            <a:ext cx="0" cy="2769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CC0B25A9-2687-8D67-C5A2-D575970E65FB}"/>
              </a:ext>
            </a:extLst>
          </p:cNvPr>
          <p:cNvCxnSpPr>
            <a:cxnSpLocks/>
          </p:cNvCxnSpPr>
          <p:nvPr/>
        </p:nvCxnSpPr>
        <p:spPr>
          <a:xfrm>
            <a:off x="9078486" y="3851387"/>
            <a:ext cx="0" cy="2769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613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4">
            <a:alpha val="19758"/>
          </a:schemeClr>
        </a:solidFill>
        <a:ln w="12700">
          <a:noFill/>
        </a:ln>
      </a:spPr>
      <a:bodyPr wrap="square">
        <a:spAutoFit/>
      </a:bodyPr>
      <a:lstStyle>
        <a:defPPr algn="ctr">
          <a:defRPr sz="800" noProof="0" dirty="0" smtClean="0">
            <a:latin typeface="Calibri" panose="020F0502020204030204" pitchFamily="34" charset="0"/>
            <a:ea typeface="Cambria Math" panose="02040503050406030204" pitchFamily="18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28DB25-49C7-9C48-9DEB-221973F78786}">
  <we:reference id="wa104381909" version="3.1.0.0" store="en-US" storeType="OMEX"/>
  <we:alternateReferences>
    <we:reference id="WA104381909" version="3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Macintosh PowerPoint</Application>
  <PresentationFormat>Breitbild</PresentationFormat>
  <Paragraphs>100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CMU Bright Roman</vt:lpstr>
      <vt:lpstr>Courier New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Schilling Sabine HSLU W</dc:creator>
  <cp:lastModifiedBy>Schilling Sabine HSLU W</cp:lastModifiedBy>
  <cp:revision>35</cp:revision>
  <dcterms:created xsi:type="dcterms:W3CDTF">2023-05-08T12:12:17Z</dcterms:created>
  <dcterms:modified xsi:type="dcterms:W3CDTF">2025-12-27T18:15:17Z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2025-05-10T09:29:47Z</vt:lpwstr>
  </property>
  <property fmtid="{D5CDD505-2E9C-101B-9397-08002B2CF9AE}" pid="4" name="MSIP_Label_e8b0afbd-3cf7-4707-aee4-8dc9d855de29_Method">
    <vt:lpwstr>Privileged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8647766f-e017-41ca-968f-3e61e90fbd83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50, 0, 1, 1</vt:lpwstr>
  </property>
</Properties>
</file>