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63" r:id="rId2"/>
    <p:sldId id="269" r:id="rId3"/>
    <p:sldId id="267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3838727-B2B6-FB4B-8426-520601EF5E15}" v="86" dt="2026-05-04T13:41:33.4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78"/>
    <p:restoredTop sz="79317"/>
  </p:normalViewPr>
  <p:slideViewPr>
    <p:cSldViewPr snapToGrid="0" snapToObjects="1" showGuides="1">
      <p:cViewPr>
        <p:scale>
          <a:sx n="98" d="100"/>
          <a:sy n="98" d="100"/>
        </p:scale>
        <p:origin x="-416" y="144"/>
      </p:cViewPr>
      <p:guideLst>
        <p:guide orient="horz" pos="2273"/>
        <p:guide pos="3840"/>
      </p:guideLst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undo custSel delSld modSld">
      <pc:chgData name="Schilling Sabine HSLU W" userId="b0e2af5c-9187-4900-883a-c96514cd8e15" providerId="ADAL" clId="{5E51067F-94D7-505D-9735-0698788361AC}" dt="2026-05-04T13:44:36.567" v="834" actId="1076"/>
      <pc:docMkLst>
        <pc:docMk/>
      </pc:docMkLst>
      <pc:sldChg chg="addSp modSp mod">
        <pc:chgData name="Schilling Sabine HSLU W" userId="b0e2af5c-9187-4900-883a-c96514cd8e15" providerId="ADAL" clId="{5E51067F-94D7-505D-9735-0698788361AC}" dt="2026-05-04T13:44:36.567" v="834" actId="1076"/>
        <pc:sldMkLst>
          <pc:docMk/>
          <pc:sldMk cId="592820548" sldId="267"/>
        </pc:sldMkLst>
        <pc:spChg chg="mod">
          <ac:chgData name="Schilling Sabine HSLU W" userId="b0e2af5c-9187-4900-883a-c96514cd8e15" providerId="ADAL" clId="{5E51067F-94D7-505D-9735-0698788361AC}" dt="2026-05-04T13:43:20.837" v="829" actId="1076"/>
          <ac:spMkLst>
            <pc:docMk/>
            <pc:sldMk cId="592820548" sldId="267"/>
            <ac:spMk id="2" creationId="{450570A0-E57C-AAA8-B3DD-EEE2B1F40B40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15" creationId="{F6AAEE37-561B-2614-4B82-BA3E31A1445D}"/>
          </ac:spMkLst>
        </pc:spChg>
        <pc:spChg chg="mod">
          <ac:chgData name="Schilling Sabine HSLU W" userId="b0e2af5c-9187-4900-883a-c96514cd8e15" providerId="ADAL" clId="{5E51067F-94D7-505D-9735-0698788361AC}" dt="2026-05-04T13:37:23.435" v="760" actId="20577"/>
          <ac:spMkLst>
            <pc:docMk/>
            <pc:sldMk cId="592820548" sldId="267"/>
            <ac:spMk id="24" creationId="{9DDF4002-DC12-E055-D57B-9A420412E12D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25" creationId="{0EA1C71A-304F-C75E-AF4E-0A6C9B95F4FB}"/>
          </ac:spMkLst>
        </pc:spChg>
        <pc:spChg chg="mod">
          <ac:chgData name="Schilling Sabine HSLU W" userId="b0e2af5c-9187-4900-883a-c96514cd8e15" providerId="ADAL" clId="{5E51067F-94D7-505D-9735-0698788361AC}" dt="2026-05-04T13:39:23.702" v="798" actId="20577"/>
          <ac:spMkLst>
            <pc:docMk/>
            <pc:sldMk cId="592820548" sldId="267"/>
            <ac:spMk id="29" creationId="{38C66D2F-9E14-7C8B-5D2A-1F7912FEFB00}"/>
          </ac:spMkLst>
        </pc:spChg>
        <pc:spChg chg="mod">
          <ac:chgData name="Schilling Sabine HSLU W" userId="b0e2af5c-9187-4900-883a-c96514cd8e15" providerId="ADAL" clId="{5E51067F-94D7-505D-9735-0698788361AC}" dt="2026-05-04T13:39:19.834" v="796" actId="20577"/>
          <ac:spMkLst>
            <pc:docMk/>
            <pc:sldMk cId="592820548" sldId="267"/>
            <ac:spMk id="30" creationId="{CA4581C7-C3B0-54FA-EF00-228EC57A3E10}"/>
          </ac:spMkLst>
        </pc:spChg>
        <pc:spChg chg="mod">
          <ac:chgData name="Schilling Sabine HSLU W" userId="b0e2af5c-9187-4900-883a-c96514cd8e15" providerId="ADAL" clId="{5E51067F-94D7-505D-9735-0698788361AC}" dt="2026-05-04T13:40:41.158" v="810" actId="20577"/>
          <ac:spMkLst>
            <pc:docMk/>
            <pc:sldMk cId="592820548" sldId="267"/>
            <ac:spMk id="39" creationId="{25D3B015-9B60-7B1A-E90A-F3C27F59AD30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55" creationId="{32F34D86-DE31-25CE-057E-D851B9BC0D4C}"/>
          </ac:spMkLst>
        </pc:spChg>
        <pc:spChg chg="mod">
          <ac:chgData name="Schilling Sabine HSLU W" userId="b0e2af5c-9187-4900-883a-c96514cd8e15" providerId="ADAL" clId="{5E51067F-94D7-505D-9735-0698788361AC}" dt="2026-05-04T13:37:54.596" v="780" actId="20577"/>
          <ac:spMkLst>
            <pc:docMk/>
            <pc:sldMk cId="592820548" sldId="267"/>
            <ac:spMk id="56" creationId="{3E0D5529-B228-DD80-E287-2980B02418B3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60" creationId="{77C6E6CC-42F5-BE06-70A0-D9AD39033837}"/>
          </ac:spMkLst>
        </pc:spChg>
        <pc:spChg chg="mod">
          <ac:chgData name="Schilling Sabine HSLU W" userId="b0e2af5c-9187-4900-883a-c96514cd8e15" providerId="ADAL" clId="{5E51067F-94D7-505D-9735-0698788361AC}" dt="2026-05-04T13:38:24.028" v="793" actId="20577"/>
          <ac:spMkLst>
            <pc:docMk/>
            <pc:sldMk cId="592820548" sldId="267"/>
            <ac:spMk id="61" creationId="{98C4BAEE-E59A-9693-1E67-65291EDBDE33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62" creationId="{5CCF68E2-CE13-5735-609B-5C127D7431F9}"/>
          </ac:spMkLst>
        </pc:spChg>
        <pc:spChg chg="mod">
          <ac:chgData name="Schilling Sabine HSLU W" userId="b0e2af5c-9187-4900-883a-c96514cd8e15" providerId="ADAL" clId="{5E51067F-94D7-505D-9735-0698788361AC}" dt="2026-05-04T13:39:34.441" v="804" actId="20577"/>
          <ac:spMkLst>
            <pc:docMk/>
            <pc:sldMk cId="592820548" sldId="267"/>
            <ac:spMk id="82" creationId="{DB1D11B9-7DA9-707E-F6E3-B35B8A7B85EA}"/>
          </ac:spMkLst>
        </pc:spChg>
        <pc:spChg chg="mod">
          <ac:chgData name="Schilling Sabine HSLU W" userId="b0e2af5c-9187-4900-883a-c96514cd8e15" providerId="ADAL" clId="{5E51067F-94D7-505D-9735-0698788361AC}" dt="2026-05-04T13:39:27.089" v="800" actId="20577"/>
          <ac:spMkLst>
            <pc:docMk/>
            <pc:sldMk cId="592820548" sldId="267"/>
            <ac:spMk id="88" creationId="{427A10DA-9FC5-57E8-5BBB-30CA10031A9C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93" creationId="{74A3E3BE-C2F2-8A60-46BA-B43DEC661C89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94" creationId="{9D6DD951-0BCF-B830-BA0E-BD736C52D67E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160" creationId="{69771035-549E-AC26-2C17-18F5675C2C77}"/>
          </ac:spMkLst>
        </pc:spChg>
        <pc:spChg chg="mod">
          <ac:chgData name="Schilling Sabine HSLU W" userId="b0e2af5c-9187-4900-883a-c96514cd8e15" providerId="ADAL" clId="{5E51067F-94D7-505D-9735-0698788361AC}" dt="2026-05-04T13:43:17.412" v="828" actId="1076"/>
          <ac:spMkLst>
            <pc:docMk/>
            <pc:sldMk cId="592820548" sldId="267"/>
            <ac:spMk id="453" creationId="{9D680ABF-B40E-64A8-8CA2-ADD967E39ABF}"/>
          </ac:spMkLst>
        </pc:spChg>
        <pc:spChg chg="mod">
          <ac:chgData name="Schilling Sabine HSLU W" userId="b0e2af5c-9187-4900-883a-c96514cd8e15" providerId="ADAL" clId="{5E51067F-94D7-505D-9735-0698788361AC}" dt="2026-05-04T13:43:13.720" v="827" actId="1076"/>
          <ac:spMkLst>
            <pc:docMk/>
            <pc:sldMk cId="592820548" sldId="267"/>
            <ac:spMk id="454" creationId="{91CC0555-9927-4C62-300B-210270F9CD9D}"/>
          </ac:spMkLst>
        </pc:spChg>
        <pc:spChg chg="mod">
          <ac:chgData name="Schilling Sabine HSLU W" userId="b0e2af5c-9187-4900-883a-c96514cd8e15" providerId="ADAL" clId="{5E51067F-94D7-505D-9735-0698788361AC}" dt="2026-05-04T13:43:01.254" v="825" actId="1076"/>
          <ac:spMkLst>
            <pc:docMk/>
            <pc:sldMk cId="592820548" sldId="267"/>
            <ac:spMk id="455" creationId="{3E5F604F-EE46-86FF-7411-4BCCBA43E137}"/>
          </ac:spMkLst>
        </pc:spChg>
        <pc:spChg chg="mod">
          <ac:chgData name="Schilling Sabine HSLU W" userId="b0e2af5c-9187-4900-883a-c96514cd8e15" providerId="ADAL" clId="{5E51067F-94D7-505D-9735-0698788361AC}" dt="2026-05-04T13:43:24.586" v="830" actId="1076"/>
          <ac:spMkLst>
            <pc:docMk/>
            <pc:sldMk cId="592820548" sldId="267"/>
            <ac:spMk id="457" creationId="{E47FDE1A-B498-6B59-C66D-9D00864C40C7}"/>
          </ac:spMkLst>
        </pc:spChg>
        <pc:grpChg chg="mod">
          <ac:chgData name="Schilling Sabine HSLU W" userId="b0e2af5c-9187-4900-883a-c96514cd8e15" providerId="ADAL" clId="{5E51067F-94D7-505D-9735-0698788361AC}" dt="2026-05-04T13:44:36.567" v="834" actId="1076"/>
          <ac:grpSpMkLst>
            <pc:docMk/>
            <pc:sldMk cId="592820548" sldId="267"/>
            <ac:grpSpMk id="8" creationId="{00EE65C6-A254-C5A4-E670-CB1B7E501ADD}"/>
          </ac:grpSpMkLst>
        </pc:grpChg>
      </pc:sldChg>
      <pc:sldChg chg="del">
        <pc:chgData name="Schilling Sabine HSLU W" userId="b0e2af5c-9187-4900-883a-c96514cd8e15" providerId="ADAL" clId="{5E51067F-94D7-505D-9735-0698788361AC}" dt="2026-05-04T13:35:45.889" v="742" actId="2696"/>
        <pc:sldMkLst>
          <pc:docMk/>
          <pc:sldMk cId="3823899804" sldId="26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2CBAC-80CA-C9E5-1A92-02ABE05A3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042F94E-FBA1-6FD3-2FDD-8FD64E13A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9313A6E-DF05-61B9-CCCC-E311E1AB05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6AFF59-FEAA-3522-91AB-6633E0E540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88690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288EE-91B3-6B33-D62F-87575B0EF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DCEA92B-4F3F-5C95-8231-B65F18C513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F496C98-BE58-6F55-9096-58689F26E9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D30AC4E-9D24-2DA0-9E8B-FF011C9474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6836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184C-C4BD-BB61-D66B-24B916B3F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B818C13-3D2D-35E3-FF9A-4C24E1DE1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4DE5185-7996-6C26-5369-88D6B2B85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3F05A4-D8C9-67DF-332B-05E1207AD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3720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04.05.26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6.png"/><Relationship Id="rId18" Type="http://schemas.openxmlformats.org/officeDocument/2006/relationships/image" Target="../media/image16.png"/><Relationship Id="rId3" Type="http://schemas.openxmlformats.org/officeDocument/2006/relationships/image" Target="../media/image110.png"/><Relationship Id="rId7" Type="http://schemas.openxmlformats.org/officeDocument/2006/relationships/image" Target="../media/image21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1.xml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9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19" Type="http://schemas.openxmlformats.org/officeDocument/2006/relationships/image" Target="../media/image17.png"/><Relationship Id="rId4" Type="http://schemas.openxmlformats.org/officeDocument/2006/relationships/image" Target="../media/image210.png"/><Relationship Id="rId9" Type="http://schemas.openxmlformats.org/officeDocument/2006/relationships/image" Target="../media/image23.png"/></Relationships>
</file>

<file path=ppt/slides/_rels/slide2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6.png"/><Relationship Id="rId26" Type="http://schemas.openxmlformats.org/officeDocument/2006/relationships/image" Target="../media/image28.png"/><Relationship Id="rId3" Type="http://schemas.openxmlformats.org/officeDocument/2006/relationships/image" Target="../media/image4.png"/><Relationship Id="rId21" Type="http://schemas.openxmlformats.org/officeDocument/2006/relationships/image" Target="../media/image12.png"/><Relationship Id="rId7" Type="http://schemas.openxmlformats.org/officeDocument/2006/relationships/image" Target="../media/image8.png"/><Relationship Id="rId25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20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24" Type="http://schemas.openxmlformats.org/officeDocument/2006/relationships/image" Target="../media/image15.png"/><Relationship Id="rId5" Type="http://schemas.openxmlformats.org/officeDocument/2006/relationships/image" Target="../media/image6.png"/><Relationship Id="rId23" Type="http://schemas.openxmlformats.org/officeDocument/2006/relationships/image" Target="../media/image14.png"/><Relationship Id="rId19" Type="http://schemas.openxmlformats.org/officeDocument/2006/relationships/image" Target="../media/image10.png"/><Relationship Id="rId4" Type="http://schemas.openxmlformats.org/officeDocument/2006/relationships/image" Target="../media/image5.png"/><Relationship Id="rId22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3.png"/><Relationship Id="rId15" Type="http://schemas.openxmlformats.org/officeDocument/2006/relationships/image" Target="../media/image38.png"/><Relationship Id="rId10" Type="http://schemas.openxmlformats.org/officeDocument/2006/relationships/image" Target="../media/image33.png"/><Relationship Id="rId4" Type="http://schemas.openxmlformats.org/officeDocument/2006/relationships/image" Target="../media/image2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E5473-8372-0CB0-FE4D-728CA1073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5E35EA9C-FEBE-F7AA-BDC9-ED635780E393}"/>
              </a:ext>
            </a:extLst>
          </p:cNvPr>
          <p:cNvSpPr txBox="1"/>
          <p:nvPr/>
        </p:nvSpPr>
        <p:spPr>
          <a:xfrm>
            <a:off x="262794" y="2202514"/>
            <a:ext cx="2959748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for both levels</a:t>
            </a: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78C569E1-DB23-CB0C-A928-57D8BBA49D6A}"/>
              </a:ext>
            </a:extLst>
          </p:cNvPr>
          <p:cNvSpPr txBox="1"/>
          <p:nvPr/>
        </p:nvSpPr>
        <p:spPr>
          <a:xfrm>
            <a:off x="10508890" y="2202514"/>
            <a:ext cx="1618428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9E9B517-669A-A3E8-F15A-202DABAD7FF4}"/>
              </a:ext>
            </a:extLst>
          </p:cNvPr>
          <p:cNvSpPr txBox="1"/>
          <p:nvPr/>
        </p:nvSpPr>
        <p:spPr>
          <a:xfrm>
            <a:off x="5130837" y="2201318"/>
            <a:ext cx="5300726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residuals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22EC0F17-6444-0146-79F6-B0A0994E06CF}"/>
                  </a:ext>
                </a:extLst>
              </p:cNvPr>
              <p:cNvSpPr txBox="1"/>
              <p:nvPr/>
            </p:nvSpPr>
            <p:spPr>
              <a:xfrm>
                <a:off x="3982498" y="268315"/>
                <a:ext cx="4305145" cy="461665"/>
              </a:xfrm>
              <a:prstGeom prst="rect">
                <a:avLst/>
              </a:prstGeom>
              <a:noFill/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954AB4D-A237-C043-A913-633703A9C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498" y="268315"/>
                <a:ext cx="4305145" cy="461665"/>
              </a:xfrm>
              <a:prstGeom prst="rect">
                <a:avLst/>
              </a:prstGeom>
              <a:blipFill>
                <a:blip r:embed="rId3"/>
                <a:stretch>
                  <a:fillRect b="-5263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3D3A366-6D44-C26E-6E05-62A8E58EE9A0}"/>
                  </a:ext>
                </a:extLst>
              </p:cNvPr>
              <p:cNvSpPr txBox="1"/>
              <p:nvPr/>
            </p:nvSpPr>
            <p:spPr>
              <a:xfrm>
                <a:off x="262794" y="832787"/>
                <a:ext cx="4514400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 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entries in each level</a:t>
                </a: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295FEA9A-D31C-504B-9808-C226C7EA07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4" y="832787"/>
                <a:ext cx="4514400" cy="276999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B24B84B-57BA-D657-EE83-DC6EA07ECD63}"/>
                  </a:ext>
                </a:extLst>
              </p:cNvPr>
              <p:cNvSpPr txBox="1"/>
              <p:nvPr/>
            </p:nvSpPr>
            <p:spPr>
              <a:xfrm>
                <a:off x="5127496" y="832787"/>
                <a:ext cx="5304067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:  </a:t>
                </a:r>
                <a14:m>
                  <m:oMath xmlns:m="http://schemas.openxmlformats.org/officeDocument/2006/math"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503CA89-315E-D465-88DB-CCE4B31271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7496" y="832787"/>
                <a:ext cx="5304067" cy="276999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989A3D29-1F28-5710-4322-8E0E843FD63E}"/>
                  </a:ext>
                </a:extLst>
              </p:cNvPr>
              <p:cNvSpPr txBox="1"/>
              <p:nvPr/>
            </p:nvSpPr>
            <p:spPr>
              <a:xfrm>
                <a:off x="3296687" y="1721123"/>
                <a:ext cx="1490532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&gt;30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E013A2E8-9419-9082-A924-2FDA53C069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687" y="1721123"/>
                <a:ext cx="1490532" cy="276999"/>
              </a:xfrm>
              <a:prstGeom prst="rect">
                <a:avLst/>
              </a:prstGeom>
              <a:blipFill>
                <a:blip r:embed="rId6"/>
                <a:stretch>
                  <a:fillRect b="-12500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27925C57-B83F-F4ED-E44E-2D5AFFE41E46}"/>
                  </a:ext>
                </a:extLst>
              </p:cNvPr>
              <p:cNvSpPr txBox="1"/>
              <p:nvPr/>
            </p:nvSpPr>
            <p:spPr>
              <a:xfrm>
                <a:off x="271610" y="1721123"/>
                <a:ext cx="2950932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≤30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2A7C589D-90CE-28E1-F515-49850CAAB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610" y="1721123"/>
                <a:ext cx="2950932" cy="276999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73093B7A-6007-2278-6E11-375A18299E1E}"/>
                  </a:ext>
                </a:extLst>
              </p:cNvPr>
              <p:cNvSpPr txBox="1"/>
              <p:nvPr/>
            </p:nvSpPr>
            <p:spPr>
              <a:xfrm>
                <a:off x="1782316" y="3003780"/>
                <a:ext cx="1440000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738B4D66-E2FD-3D06-F527-A82D7C3BDF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2316" y="3003780"/>
                <a:ext cx="1440000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52EA55DF-447D-32B6-2670-C126520193D4}"/>
                  </a:ext>
                </a:extLst>
              </p:cNvPr>
              <p:cNvSpPr txBox="1"/>
              <p:nvPr/>
            </p:nvSpPr>
            <p:spPr>
              <a:xfrm>
                <a:off x="271610" y="3003780"/>
                <a:ext cx="1440000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935D93BB-1C95-A787-6B51-42A0FF2A9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610" y="3003780"/>
                <a:ext cx="1440000" cy="276999"/>
              </a:xfrm>
              <a:prstGeom prst="rect">
                <a:avLst/>
              </a:prstGeom>
              <a:blipFill>
                <a:blip r:embed="rId9"/>
                <a:stretch>
                  <a:fillRect b="-1304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2B274C57-47A5-0ABA-DFF5-81AAB63B3B97}"/>
              </a:ext>
            </a:extLst>
          </p:cNvPr>
          <p:cNvSpPr txBox="1"/>
          <p:nvPr/>
        </p:nvSpPr>
        <p:spPr>
          <a:xfrm>
            <a:off x="219834" y="4971020"/>
            <a:ext cx="144700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A91E6A1-C0DD-A8BF-FDE5-EF1CAEFB82C9}"/>
              </a:ext>
            </a:extLst>
          </p:cNvPr>
          <p:cNvSpPr txBox="1"/>
          <p:nvPr/>
        </p:nvSpPr>
        <p:spPr>
          <a:xfrm>
            <a:off x="5130837" y="4971019"/>
            <a:ext cx="2338435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5EA86F72-8DEC-9E26-7B92-C8A6805A32A3}"/>
              </a:ext>
            </a:extLst>
          </p:cNvPr>
          <p:cNvSpPr txBox="1"/>
          <p:nvPr/>
        </p:nvSpPr>
        <p:spPr>
          <a:xfrm>
            <a:off x="7636562" y="3878295"/>
            <a:ext cx="2795001" cy="2808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levene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.test()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B99A58F1-01F8-4DBA-2D1D-988946B9BD12}"/>
                  </a:ext>
                </a:extLst>
              </p:cNvPr>
              <p:cNvSpPr txBox="1"/>
              <p:nvPr/>
            </p:nvSpPr>
            <p:spPr>
              <a:xfrm>
                <a:off x="9351563" y="4482840"/>
                <a:ext cx="1080000" cy="277200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6A843E82-AE36-2049-F32E-7DB7C257B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1563" y="4482840"/>
                <a:ext cx="1080000" cy="2772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41C1E7D8-E33E-CC3D-E8E0-DCB76ABCD3E1}"/>
                  </a:ext>
                </a:extLst>
              </p:cNvPr>
              <p:cNvSpPr txBox="1"/>
              <p:nvPr/>
            </p:nvSpPr>
            <p:spPr>
              <a:xfrm>
                <a:off x="7582544" y="4472251"/>
                <a:ext cx="1080000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5E44A5B4-1C65-9447-A4FA-813B5715A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2544" y="4472251"/>
                <a:ext cx="1080000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feld 30">
            <a:extLst>
              <a:ext uri="{FF2B5EF4-FFF2-40B4-BE49-F238E27FC236}">
                <a16:creationId xmlns:a16="http://schemas.microsoft.com/office/drawing/2014/main" id="{E0379432-4374-6AE3-86A1-F42903CFF5C6}"/>
              </a:ext>
            </a:extLst>
          </p:cNvPr>
          <p:cNvSpPr txBox="1"/>
          <p:nvPr/>
        </p:nvSpPr>
        <p:spPr>
          <a:xfrm>
            <a:off x="7579542" y="4968485"/>
            <a:ext cx="1457998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F6F34D79-5CDD-0689-6F44-C61920B40278}"/>
              </a:ext>
            </a:extLst>
          </p:cNvPr>
          <p:cNvSpPr txBox="1"/>
          <p:nvPr/>
        </p:nvSpPr>
        <p:spPr>
          <a:xfrm>
            <a:off x="9262621" y="4968284"/>
            <a:ext cx="1168942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aov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grpSp>
        <p:nvGrpSpPr>
          <p:cNvPr id="427" name="Gruppieren 426">
            <a:extLst>
              <a:ext uri="{FF2B5EF4-FFF2-40B4-BE49-F238E27FC236}">
                <a16:creationId xmlns:a16="http://schemas.microsoft.com/office/drawing/2014/main" id="{2EA0EA9D-5FDD-E9DD-B4FD-BC8D1109708C}"/>
              </a:ext>
            </a:extLst>
          </p:cNvPr>
          <p:cNvGrpSpPr/>
          <p:nvPr/>
        </p:nvGrpSpPr>
        <p:grpSpPr>
          <a:xfrm>
            <a:off x="8296125" y="4173488"/>
            <a:ext cx="1289076" cy="305400"/>
            <a:chOff x="8002301" y="4581613"/>
            <a:chExt cx="1289076" cy="305400"/>
          </a:xfrm>
        </p:grpSpPr>
        <p:cxnSp>
          <p:nvCxnSpPr>
            <p:cNvPr id="85" name="Gerade Verbindung mit Pfeil 84">
              <a:extLst>
                <a:ext uri="{FF2B5EF4-FFF2-40B4-BE49-F238E27FC236}">
                  <a16:creationId xmlns:a16="http://schemas.microsoft.com/office/drawing/2014/main" id="{C5E55242-8FEE-C716-197D-84242C8979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02301" y="4581613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27FA3C4D-2D8F-FA43-4753-4E4263927BD2}"/>
                </a:ext>
              </a:extLst>
            </p:cNvPr>
            <p:cNvCxnSpPr>
              <a:cxnSpLocks/>
            </p:cNvCxnSpPr>
            <p:nvPr/>
          </p:nvCxnSpPr>
          <p:spPr>
            <a:xfrm>
              <a:off x="8641787" y="4581613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Textfeld 92">
            <a:extLst>
              <a:ext uri="{FF2B5EF4-FFF2-40B4-BE49-F238E27FC236}">
                <a16:creationId xmlns:a16="http://schemas.microsoft.com/office/drawing/2014/main" id="{EBFAA465-492F-79DA-DAEC-99C7CFF168FB}"/>
              </a:ext>
            </a:extLst>
          </p:cNvPr>
          <p:cNvSpPr txBox="1"/>
          <p:nvPr/>
        </p:nvSpPr>
        <p:spPr>
          <a:xfrm>
            <a:off x="9258228" y="5449810"/>
            <a:ext cx="1168942" cy="28486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TukeyHSD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843673E2-5838-CB1B-F1EC-DA40D4442EBB}"/>
              </a:ext>
            </a:extLst>
          </p:cNvPr>
          <p:cNvSpPr txBox="1"/>
          <p:nvPr/>
        </p:nvSpPr>
        <p:spPr>
          <a:xfrm>
            <a:off x="5130837" y="5449811"/>
            <a:ext cx="2341205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7A395117-29A5-67C2-D655-F21F5248D8DA}"/>
              </a:ext>
            </a:extLst>
          </p:cNvPr>
          <p:cNvCxnSpPr>
            <a:cxnSpLocks/>
          </p:cNvCxnSpPr>
          <p:nvPr/>
        </p:nvCxnSpPr>
        <p:spPr>
          <a:xfrm flipH="1">
            <a:off x="4041194" y="1992541"/>
            <a:ext cx="15604" cy="29201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feld 49">
            <a:extLst>
              <a:ext uri="{FF2B5EF4-FFF2-40B4-BE49-F238E27FC236}">
                <a16:creationId xmlns:a16="http://schemas.microsoft.com/office/drawing/2014/main" id="{1107BE33-5F0E-0B16-46BA-9A49241DD8D8}"/>
              </a:ext>
            </a:extLst>
          </p:cNvPr>
          <p:cNvSpPr txBox="1"/>
          <p:nvPr/>
        </p:nvSpPr>
        <p:spPr>
          <a:xfrm>
            <a:off x="1792997" y="4971020"/>
            <a:ext cx="3053668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15DFC6D8-0DD5-6B4B-5B93-49719EF391A3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 flipH="1">
            <a:off x="943338" y="3280779"/>
            <a:ext cx="48272" cy="16902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1DA53DAE-E716-E427-B882-40E7846D7FBB}"/>
              </a:ext>
            </a:extLst>
          </p:cNvPr>
          <p:cNvGrpSpPr/>
          <p:nvPr/>
        </p:nvGrpSpPr>
        <p:grpSpPr>
          <a:xfrm>
            <a:off x="824372" y="2492447"/>
            <a:ext cx="1552397" cy="469922"/>
            <a:chOff x="2719572" y="1536945"/>
            <a:chExt cx="1289076" cy="305400"/>
          </a:xfrm>
        </p:grpSpPr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A4BEFDE1-F611-30A7-9CD5-DA3B588D9F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 Verbindung mit Pfeil 70">
              <a:extLst>
                <a:ext uri="{FF2B5EF4-FFF2-40B4-BE49-F238E27FC236}">
                  <a16:creationId xmlns:a16="http://schemas.microsoft.com/office/drawing/2014/main" id="{7B772305-1CE9-CCF4-F9F3-1FFD1173E9E2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AD6D20C0-C256-5115-7C27-86F3B7ED4CE6}"/>
                  </a:ext>
                </a:extLst>
              </p:cNvPr>
              <p:cNvSpPr txBox="1"/>
              <p:nvPr/>
            </p:nvSpPr>
            <p:spPr>
              <a:xfrm>
                <a:off x="5130837" y="3111855"/>
                <a:ext cx="2338425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74CB43FD-F472-800C-0BC9-D288FF873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0837" y="3111855"/>
                <a:ext cx="2338425" cy="2769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544F275D-B8E4-7AF3-D04D-F6AEE1A74FC2}"/>
                  </a:ext>
                </a:extLst>
              </p:cNvPr>
              <p:cNvSpPr txBox="1"/>
              <p:nvPr/>
            </p:nvSpPr>
            <p:spPr>
              <a:xfrm>
                <a:off x="7625917" y="3100255"/>
                <a:ext cx="2805646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436DE9B5-559B-6581-9440-FF83D251A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5917" y="3100255"/>
                <a:ext cx="2805646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05FBAA0A-4C91-C249-6337-082A6C113E9D}"/>
              </a:ext>
            </a:extLst>
          </p:cNvPr>
          <p:cNvSpPr txBox="1"/>
          <p:nvPr/>
        </p:nvSpPr>
        <p:spPr>
          <a:xfrm>
            <a:off x="10508557" y="5453366"/>
            <a:ext cx="1618426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D19C72BB-9E44-2D20-AF7C-1861A2F5A8AD}"/>
                  </a:ext>
                </a:extLst>
              </p:cNvPr>
              <p:cNvSpPr txBox="1"/>
              <p:nvPr/>
            </p:nvSpPr>
            <p:spPr>
              <a:xfrm>
                <a:off x="9967683" y="5959220"/>
                <a:ext cx="2082384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r>
                  <a:rPr lang="en-GB" sz="800" noProof="0" dirty="0">
                    <a:latin typeface="CMU Bright Roman" panose="02000603000000000000" pitchFamily="2" charset="0"/>
                    <a:ea typeface="CMU Bright Roman" panose="02000603000000000000" pitchFamily="2" charset="0"/>
                    <a:cs typeface="CMU Bright Roman" panose="02000603000000000000" pitchFamily="2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-value of level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=1,2</m:t>
                    </m:r>
                  </m:oMath>
                </a14:m>
                <a:endParaRPr lang="en-GB" sz="1200" noProof="0" dirty="0">
                  <a:latin typeface="CMU Bright Roman" panose="02000603000000000000" pitchFamily="2" charset="0"/>
                  <a:ea typeface="CMU Bright Roman" panose="02000603000000000000" pitchFamily="2" charset="0"/>
                  <a:cs typeface="CMU Bright Roman" panose="02000603000000000000" pitchFamily="2" charset="0"/>
                </a:endParaRP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BEADCB87-2FE2-B735-89A2-59CFEE3B93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7683" y="5959220"/>
                <a:ext cx="2082384" cy="461665"/>
              </a:xfrm>
              <a:prstGeom prst="rect">
                <a:avLst/>
              </a:prstGeom>
              <a:blipFill>
                <a:blip r:embed="rId18"/>
                <a:stretch>
                  <a:fillRect t="-2703" b="-108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9" name="Textfeld 148">
            <a:extLst>
              <a:ext uri="{FF2B5EF4-FFF2-40B4-BE49-F238E27FC236}">
                <a16:creationId xmlns:a16="http://schemas.microsoft.com/office/drawing/2014/main" id="{4273F74C-1571-139D-1F0B-19208F3E1D81}"/>
              </a:ext>
            </a:extLst>
          </p:cNvPr>
          <p:cNvSpPr txBox="1"/>
          <p:nvPr/>
        </p:nvSpPr>
        <p:spPr>
          <a:xfrm>
            <a:off x="10508891" y="4951684"/>
            <a:ext cx="1618427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19AA40CE-7A40-924F-336E-94C4F2CAB151}"/>
              </a:ext>
            </a:extLst>
          </p:cNvPr>
          <p:cNvSpPr txBox="1"/>
          <p:nvPr/>
        </p:nvSpPr>
        <p:spPr>
          <a:xfrm>
            <a:off x="10508557" y="3876296"/>
            <a:ext cx="1618761" cy="27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heck </a:t>
            </a:r>
            <a:r>
              <a:rPr lang="en-GB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homoscedacity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</a:p>
        </p:txBody>
      </p:sp>
      <p:cxnSp>
        <p:nvCxnSpPr>
          <p:cNvPr id="182" name="Gewinkelte Verbindung 181">
            <a:extLst>
              <a:ext uri="{FF2B5EF4-FFF2-40B4-BE49-F238E27FC236}">
                <a16:creationId xmlns:a16="http://schemas.microsoft.com/office/drawing/2014/main" id="{FE3309F6-0EE8-5E2C-AD82-03DFBC40BA1F}"/>
              </a:ext>
            </a:extLst>
          </p:cNvPr>
          <p:cNvCxnSpPr>
            <a:cxnSpLocks/>
            <a:stCxn id="7" idx="1"/>
            <a:endCxn id="8" idx="0"/>
          </p:cNvCxnSpPr>
          <p:nvPr/>
        </p:nvCxnSpPr>
        <p:spPr>
          <a:xfrm rot="10800000" flipV="1">
            <a:off x="2519994" y="499147"/>
            <a:ext cx="1462504" cy="33363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Gewinkelte Verbindung 184">
            <a:extLst>
              <a:ext uri="{FF2B5EF4-FFF2-40B4-BE49-F238E27FC236}">
                <a16:creationId xmlns:a16="http://schemas.microsoft.com/office/drawing/2014/main" id="{6B29723A-91FD-720B-C456-74289C7ECE3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8287643" y="499148"/>
            <a:ext cx="1512594" cy="334194"/>
          </a:xfrm>
          <a:prstGeom prst="bentConnector3">
            <a:avLst>
              <a:gd name="adj1" fmla="val 10148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Gerade Verbindung mit Pfeil 319">
            <a:extLst>
              <a:ext uri="{FF2B5EF4-FFF2-40B4-BE49-F238E27FC236}">
                <a16:creationId xmlns:a16="http://schemas.microsoft.com/office/drawing/2014/main" id="{01CE49E9-A60B-4E73-FB07-684539534307}"/>
              </a:ext>
            </a:extLst>
          </p:cNvPr>
          <p:cNvCxnSpPr>
            <a:cxnSpLocks/>
          </p:cNvCxnSpPr>
          <p:nvPr/>
        </p:nvCxnSpPr>
        <p:spPr>
          <a:xfrm>
            <a:off x="6189491" y="3402561"/>
            <a:ext cx="0" cy="15100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Gerade Verbindung mit Pfeil 362">
            <a:extLst>
              <a:ext uri="{FF2B5EF4-FFF2-40B4-BE49-F238E27FC236}">
                <a16:creationId xmlns:a16="http://schemas.microsoft.com/office/drawing/2014/main" id="{3EB721E9-D597-9613-FA0A-FB6AD278B9E1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2502316" y="3280779"/>
            <a:ext cx="0" cy="16709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4AC7D614-E1DB-4BC0-616B-DC2A395F7239}"/>
              </a:ext>
            </a:extLst>
          </p:cNvPr>
          <p:cNvSpPr txBox="1"/>
          <p:nvPr/>
        </p:nvSpPr>
        <p:spPr>
          <a:xfrm>
            <a:off x="305981" y="6396835"/>
            <a:ext cx="1868481" cy="2818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sp>
        <p:nvSpPr>
          <p:cNvPr id="148" name="Textfeld 147">
            <a:extLst>
              <a:ext uri="{FF2B5EF4-FFF2-40B4-BE49-F238E27FC236}">
                <a16:creationId xmlns:a16="http://schemas.microsoft.com/office/drawing/2014/main" id="{9BAC8A48-0ACF-3143-9D20-B737A9C1918E}"/>
              </a:ext>
            </a:extLst>
          </p:cNvPr>
          <p:cNvSpPr txBox="1"/>
          <p:nvPr/>
        </p:nvSpPr>
        <p:spPr>
          <a:xfrm>
            <a:off x="305981" y="5974839"/>
            <a:ext cx="1859022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7" name="Textfeld 466">
                <a:extLst>
                  <a:ext uri="{FF2B5EF4-FFF2-40B4-BE49-F238E27FC236}">
                    <a16:creationId xmlns:a16="http://schemas.microsoft.com/office/drawing/2014/main" id="{F4E3AFD6-CA5A-EEED-1733-9FF6C0B3FD10}"/>
                  </a:ext>
                </a:extLst>
              </p:cNvPr>
              <p:cNvSpPr txBox="1"/>
              <p:nvPr/>
            </p:nvSpPr>
            <p:spPr>
              <a:xfrm>
                <a:off x="2248265" y="5954905"/>
                <a:ext cx="2538462" cy="281831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=2</m:t>
                    </m:r>
                  </m:oMath>
                </a14:m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 </a:t>
                </a:r>
              </a:p>
            </p:txBody>
          </p:sp>
        </mc:Choice>
        <mc:Fallback xmlns="">
          <p:sp>
            <p:nvSpPr>
              <p:cNvPr id="467" name="Textfeld 466">
                <a:extLst>
                  <a:ext uri="{FF2B5EF4-FFF2-40B4-BE49-F238E27FC236}">
                    <a16:creationId xmlns:a16="http://schemas.microsoft.com/office/drawing/2014/main" id="{9F3DB9C3-A6B3-DC3B-D937-ACB248DD18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8265" y="5954905"/>
                <a:ext cx="2538462" cy="281831"/>
              </a:xfrm>
              <a:prstGeom prst="rect">
                <a:avLst/>
              </a:prstGeom>
              <a:blipFill>
                <a:blip r:embed="rId19"/>
                <a:stretch>
                  <a:fillRect b="-833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Textfeld 467">
                <a:extLst>
                  <a:ext uri="{FF2B5EF4-FFF2-40B4-BE49-F238E27FC236}">
                    <a16:creationId xmlns:a16="http://schemas.microsoft.com/office/drawing/2014/main" id="{381CB54D-CA19-996C-B3BE-8DF8B63153F3}"/>
                  </a:ext>
                </a:extLst>
              </p:cNvPr>
              <p:cNvSpPr txBox="1"/>
              <p:nvPr/>
            </p:nvSpPr>
            <p:spPr>
              <a:xfrm>
                <a:off x="2238790" y="6376901"/>
                <a:ext cx="2543546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&gt; 2 </m:t>
                    </m:r>
                  </m:oMath>
                </a14:m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 </a:t>
                </a:r>
              </a:p>
            </p:txBody>
          </p:sp>
        </mc:Choice>
        <mc:Fallback xmlns="">
          <p:sp>
            <p:nvSpPr>
              <p:cNvPr id="468" name="Textfeld 467">
                <a:extLst>
                  <a:ext uri="{FF2B5EF4-FFF2-40B4-BE49-F238E27FC236}">
                    <a16:creationId xmlns:a16="http://schemas.microsoft.com/office/drawing/2014/main" id="{706DE281-AE3D-2689-6BA1-030155DAFD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8790" y="6376901"/>
                <a:ext cx="2543546" cy="276999"/>
              </a:xfrm>
              <a:prstGeom prst="rect">
                <a:avLst/>
              </a:prstGeom>
              <a:blipFill>
                <a:blip r:embed="rId20"/>
                <a:stretch>
                  <a:fillRect b="-12500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7" name="Textfeld 476">
            <a:extLst>
              <a:ext uri="{FF2B5EF4-FFF2-40B4-BE49-F238E27FC236}">
                <a16:creationId xmlns:a16="http://schemas.microsoft.com/office/drawing/2014/main" id="{0B777EA6-19F2-E874-204F-646EC1A02411}"/>
              </a:ext>
            </a:extLst>
          </p:cNvPr>
          <p:cNvSpPr txBox="1"/>
          <p:nvPr/>
        </p:nvSpPr>
        <p:spPr>
          <a:xfrm>
            <a:off x="305981" y="5743382"/>
            <a:ext cx="1091245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grpSp>
        <p:nvGrpSpPr>
          <p:cNvPr id="491" name="Gruppieren 490">
            <a:extLst>
              <a:ext uri="{FF2B5EF4-FFF2-40B4-BE49-F238E27FC236}">
                <a16:creationId xmlns:a16="http://schemas.microsoft.com/office/drawing/2014/main" id="{B93FC86A-558E-D7EC-B464-F59F6AFA4123}"/>
              </a:ext>
            </a:extLst>
          </p:cNvPr>
          <p:cNvGrpSpPr/>
          <p:nvPr/>
        </p:nvGrpSpPr>
        <p:grpSpPr>
          <a:xfrm>
            <a:off x="1666842" y="1127125"/>
            <a:ext cx="1785240" cy="542165"/>
            <a:chOff x="2719572" y="1536945"/>
            <a:chExt cx="1289076" cy="305400"/>
          </a:xfrm>
        </p:grpSpPr>
        <p:cxnSp>
          <p:nvCxnSpPr>
            <p:cNvPr id="492" name="Gerade Verbindung mit Pfeil 491">
              <a:extLst>
                <a:ext uri="{FF2B5EF4-FFF2-40B4-BE49-F238E27FC236}">
                  <a16:creationId xmlns:a16="http://schemas.microsoft.com/office/drawing/2014/main" id="{402B47C1-CE38-711E-9CB3-A6884AE486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 Verbindung mit Pfeil 492">
              <a:extLst>
                <a:ext uri="{FF2B5EF4-FFF2-40B4-BE49-F238E27FC236}">
                  <a16:creationId xmlns:a16="http://schemas.microsoft.com/office/drawing/2014/main" id="{9F6A4626-37AD-E831-FC98-2DD7A9779D7B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1" name="Gerade Verbindung mit Pfeil 460">
            <a:extLst>
              <a:ext uri="{FF2B5EF4-FFF2-40B4-BE49-F238E27FC236}">
                <a16:creationId xmlns:a16="http://schemas.microsoft.com/office/drawing/2014/main" id="{1FEA84E7-3312-B918-AA56-41FEC8BF6477}"/>
              </a:ext>
            </a:extLst>
          </p:cNvPr>
          <p:cNvCxnSpPr>
            <a:cxnSpLocks/>
          </p:cNvCxnSpPr>
          <p:nvPr/>
        </p:nvCxnSpPr>
        <p:spPr>
          <a:xfrm flipH="1">
            <a:off x="8287643" y="4758610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Gerade Verbindung mit Pfeil 464">
            <a:extLst>
              <a:ext uri="{FF2B5EF4-FFF2-40B4-BE49-F238E27FC236}">
                <a16:creationId xmlns:a16="http://schemas.microsoft.com/office/drawing/2014/main" id="{ECE5EB49-AD5A-BEB2-5D0B-54321CE4865F}"/>
              </a:ext>
            </a:extLst>
          </p:cNvPr>
          <p:cNvCxnSpPr>
            <a:cxnSpLocks/>
          </p:cNvCxnSpPr>
          <p:nvPr/>
        </p:nvCxnSpPr>
        <p:spPr>
          <a:xfrm flipH="1">
            <a:off x="9767473" y="4763372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Gerade Verbindung mit Pfeil 465">
            <a:extLst>
              <a:ext uri="{FF2B5EF4-FFF2-40B4-BE49-F238E27FC236}">
                <a16:creationId xmlns:a16="http://schemas.microsoft.com/office/drawing/2014/main" id="{A92DDC36-A79D-8A9E-2E72-D086E5D5B063}"/>
              </a:ext>
            </a:extLst>
          </p:cNvPr>
          <p:cNvCxnSpPr>
            <a:cxnSpLocks/>
          </p:cNvCxnSpPr>
          <p:nvPr/>
        </p:nvCxnSpPr>
        <p:spPr>
          <a:xfrm flipH="1">
            <a:off x="8287643" y="5246480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Gerade Verbindung mit Pfeil 468">
            <a:extLst>
              <a:ext uri="{FF2B5EF4-FFF2-40B4-BE49-F238E27FC236}">
                <a16:creationId xmlns:a16="http://schemas.microsoft.com/office/drawing/2014/main" id="{07A7613D-DE2D-0E14-3906-D084E6AFB2E3}"/>
              </a:ext>
            </a:extLst>
          </p:cNvPr>
          <p:cNvCxnSpPr>
            <a:cxnSpLocks/>
          </p:cNvCxnSpPr>
          <p:nvPr/>
        </p:nvCxnSpPr>
        <p:spPr>
          <a:xfrm flipH="1">
            <a:off x="9767473" y="5251947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6FDDA7AC-5983-20E7-25C7-95261A18365D}"/>
              </a:ext>
            </a:extLst>
          </p:cNvPr>
          <p:cNvCxnSpPr>
            <a:cxnSpLocks/>
          </p:cNvCxnSpPr>
          <p:nvPr/>
        </p:nvCxnSpPr>
        <p:spPr>
          <a:xfrm flipH="1">
            <a:off x="6182061" y="5264410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6" name="Gerade Verbindung mit Pfeil 495">
            <a:extLst>
              <a:ext uri="{FF2B5EF4-FFF2-40B4-BE49-F238E27FC236}">
                <a16:creationId xmlns:a16="http://schemas.microsoft.com/office/drawing/2014/main" id="{4CE60F72-BD69-479D-537D-5139143210F5}"/>
              </a:ext>
            </a:extLst>
          </p:cNvPr>
          <p:cNvCxnSpPr>
            <a:cxnSpLocks/>
          </p:cNvCxnSpPr>
          <p:nvPr/>
        </p:nvCxnSpPr>
        <p:spPr>
          <a:xfrm flipH="1">
            <a:off x="8946555" y="3270049"/>
            <a:ext cx="7967" cy="59751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8365221F-68D1-CF4F-1F64-3E730F1492F4}"/>
              </a:ext>
            </a:extLst>
          </p:cNvPr>
          <p:cNvCxnSpPr>
            <a:cxnSpLocks/>
            <a:stCxn id="9" idx="2"/>
            <a:endCxn id="6" idx="0"/>
          </p:cNvCxnSpPr>
          <p:nvPr/>
        </p:nvCxnSpPr>
        <p:spPr>
          <a:xfrm>
            <a:off x="7779530" y="1109786"/>
            <a:ext cx="1670" cy="109153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E259B30F-FD48-CC56-E299-9C67857DBBA5}"/>
              </a:ext>
            </a:extLst>
          </p:cNvPr>
          <p:cNvCxnSpPr>
            <a:cxnSpLocks/>
          </p:cNvCxnSpPr>
          <p:nvPr/>
        </p:nvCxnSpPr>
        <p:spPr>
          <a:xfrm flipH="1">
            <a:off x="1572292" y="1996567"/>
            <a:ext cx="4391" cy="1804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hteck 78">
            <a:extLst>
              <a:ext uri="{FF2B5EF4-FFF2-40B4-BE49-F238E27FC236}">
                <a16:creationId xmlns:a16="http://schemas.microsoft.com/office/drawing/2014/main" id="{0CC0A9A9-2F6E-C5DA-3CA7-43172D8E36EC}"/>
              </a:ext>
            </a:extLst>
          </p:cNvPr>
          <p:cNvSpPr/>
          <p:nvPr/>
        </p:nvSpPr>
        <p:spPr>
          <a:xfrm>
            <a:off x="243603" y="5730875"/>
            <a:ext cx="4603061" cy="99926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4BD88BE5-F3C3-7F3B-4D2E-DD503DC300B8}"/>
              </a:ext>
            </a:extLst>
          </p:cNvPr>
          <p:cNvGrpSpPr/>
          <p:nvPr/>
        </p:nvGrpSpPr>
        <p:grpSpPr>
          <a:xfrm>
            <a:off x="6911252" y="2511762"/>
            <a:ext cx="1552397" cy="469922"/>
            <a:chOff x="2719572" y="1536945"/>
            <a:chExt cx="1289076" cy="305400"/>
          </a:xfrm>
        </p:grpSpPr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6354D577-C14C-4B2E-AC54-4E5E8655DC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4DBC2560-38BF-85A3-1E53-70453BB014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feld 2">
            <a:extLst>
              <a:ext uri="{FF2B5EF4-FFF2-40B4-BE49-F238E27FC236}">
                <a16:creationId xmlns:a16="http://schemas.microsoft.com/office/drawing/2014/main" id="{48965A4D-327F-C44F-6C0A-C72A605F4EAA}"/>
              </a:ext>
            </a:extLst>
          </p:cNvPr>
          <p:cNvSpPr txBox="1"/>
          <p:nvPr/>
        </p:nvSpPr>
        <p:spPr>
          <a:xfrm>
            <a:off x="7579541" y="5464719"/>
            <a:ext cx="1592907" cy="28486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games_howell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66277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AF924-EC5E-B42A-CFE9-848A428C4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36A2B31F-DD18-2981-316C-B7B98A2B79F3}"/>
              </a:ext>
            </a:extLst>
          </p:cNvPr>
          <p:cNvSpPr txBox="1"/>
          <p:nvPr/>
        </p:nvSpPr>
        <p:spPr>
          <a:xfrm>
            <a:off x="4050962" y="816249"/>
            <a:ext cx="4305145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residuals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DEF1F9EA-2FF4-A973-AF23-01C0482E284B}"/>
              </a:ext>
            </a:extLst>
          </p:cNvPr>
          <p:cNvSpPr txBox="1"/>
          <p:nvPr/>
        </p:nvSpPr>
        <p:spPr>
          <a:xfrm>
            <a:off x="10431639" y="1009864"/>
            <a:ext cx="1618428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9E2AFC5-F733-76C8-E295-55EA46B06499}"/>
                  </a:ext>
                </a:extLst>
              </p:cNvPr>
              <p:cNvSpPr txBox="1"/>
              <p:nvPr/>
            </p:nvSpPr>
            <p:spPr>
              <a:xfrm>
                <a:off x="4050962" y="239844"/>
                <a:ext cx="4305145" cy="461665"/>
              </a:xfrm>
              <a:prstGeom prst="rect">
                <a:avLst/>
              </a:prstGeom>
              <a:noFill/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9E2AFC5-F733-76C8-E295-55EA46B06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0962" y="239844"/>
                <a:ext cx="4305145" cy="461665"/>
              </a:xfrm>
              <a:prstGeom prst="rect">
                <a:avLst/>
              </a:prstGeom>
              <a:blipFill>
                <a:blip r:embed="rId3"/>
                <a:stretch>
                  <a:fillRect b="-7895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045735A8-306A-F3D6-87A1-A5C66061B352}"/>
              </a:ext>
            </a:extLst>
          </p:cNvPr>
          <p:cNvSpPr txBox="1"/>
          <p:nvPr/>
        </p:nvSpPr>
        <p:spPr>
          <a:xfrm>
            <a:off x="84001" y="3916517"/>
            <a:ext cx="144700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898B700-C99B-37B0-0BBC-0C1835BF3420}"/>
              </a:ext>
            </a:extLst>
          </p:cNvPr>
          <p:cNvSpPr txBox="1"/>
          <p:nvPr/>
        </p:nvSpPr>
        <p:spPr>
          <a:xfrm>
            <a:off x="1650443" y="3916517"/>
            <a:ext cx="2338435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5E07AF64-F20E-AAEA-E8D5-D9DD7D8D3DDC}"/>
                  </a:ext>
                </a:extLst>
              </p:cNvPr>
              <p:cNvSpPr txBox="1"/>
              <p:nvPr/>
            </p:nvSpPr>
            <p:spPr>
              <a:xfrm>
                <a:off x="7955636" y="2786684"/>
                <a:ext cx="1080000" cy="27720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5E07AF64-F20E-AAEA-E8D5-D9DD7D8D3D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5636" y="2786684"/>
                <a:ext cx="1080000" cy="27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F175975F-04DD-93C8-8370-95752BFAD976}"/>
                  </a:ext>
                </a:extLst>
              </p:cNvPr>
              <p:cNvSpPr txBox="1"/>
              <p:nvPr/>
            </p:nvSpPr>
            <p:spPr>
              <a:xfrm>
                <a:off x="4925375" y="2803477"/>
                <a:ext cx="108000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F175975F-04DD-93C8-8370-95752BFAD9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5375" y="2803477"/>
                <a:ext cx="108000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feld 30">
            <a:extLst>
              <a:ext uri="{FF2B5EF4-FFF2-40B4-BE49-F238E27FC236}">
                <a16:creationId xmlns:a16="http://schemas.microsoft.com/office/drawing/2014/main" id="{6D54355F-BC59-F92D-5BE1-EC0AAB6D7F9E}"/>
              </a:ext>
            </a:extLst>
          </p:cNvPr>
          <p:cNvSpPr txBox="1"/>
          <p:nvPr/>
        </p:nvSpPr>
        <p:spPr>
          <a:xfrm>
            <a:off x="5165392" y="3916517"/>
            <a:ext cx="1524639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D29F7794-94E9-FAA8-58BA-EF91D604632A}"/>
              </a:ext>
            </a:extLst>
          </p:cNvPr>
          <p:cNvSpPr txBox="1"/>
          <p:nvPr/>
        </p:nvSpPr>
        <p:spPr>
          <a:xfrm>
            <a:off x="9327065" y="3909046"/>
            <a:ext cx="1168941" cy="283595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aov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grpSp>
        <p:nvGrpSpPr>
          <p:cNvPr id="427" name="Gruppieren 426">
            <a:extLst>
              <a:ext uri="{FF2B5EF4-FFF2-40B4-BE49-F238E27FC236}">
                <a16:creationId xmlns:a16="http://schemas.microsoft.com/office/drawing/2014/main" id="{C9559D6A-A743-32E8-576B-33ECF1572E13}"/>
              </a:ext>
            </a:extLst>
          </p:cNvPr>
          <p:cNvGrpSpPr/>
          <p:nvPr/>
        </p:nvGrpSpPr>
        <p:grpSpPr>
          <a:xfrm>
            <a:off x="5663777" y="2473615"/>
            <a:ext cx="2839412" cy="305400"/>
            <a:chOff x="8002301" y="4581613"/>
            <a:chExt cx="1289076" cy="305400"/>
          </a:xfrm>
        </p:grpSpPr>
        <p:cxnSp>
          <p:nvCxnSpPr>
            <p:cNvPr id="85" name="Gerade Verbindung mit Pfeil 84">
              <a:extLst>
                <a:ext uri="{FF2B5EF4-FFF2-40B4-BE49-F238E27FC236}">
                  <a16:creationId xmlns:a16="http://schemas.microsoft.com/office/drawing/2014/main" id="{34EED037-BBB8-B651-5770-6B0B6E9176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02301" y="4581613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E0BB3F38-B8C7-0BCB-A598-646D33EAADC7}"/>
                </a:ext>
              </a:extLst>
            </p:cNvPr>
            <p:cNvCxnSpPr>
              <a:cxnSpLocks/>
            </p:cNvCxnSpPr>
            <p:nvPr/>
          </p:nvCxnSpPr>
          <p:spPr>
            <a:xfrm>
              <a:off x="8641787" y="4581613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Textfeld 92">
            <a:extLst>
              <a:ext uri="{FF2B5EF4-FFF2-40B4-BE49-F238E27FC236}">
                <a16:creationId xmlns:a16="http://schemas.microsoft.com/office/drawing/2014/main" id="{13A4439C-EDC6-1694-7996-632323FB6E4E}"/>
              </a:ext>
            </a:extLst>
          </p:cNvPr>
          <p:cNvSpPr txBox="1"/>
          <p:nvPr/>
        </p:nvSpPr>
        <p:spPr>
          <a:xfrm>
            <a:off x="9262697" y="4531095"/>
            <a:ext cx="1168942" cy="2835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TukeyHSD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67619068-ECA2-3D69-4C63-B11DFC658009}"/>
              </a:ext>
            </a:extLst>
          </p:cNvPr>
          <p:cNvSpPr txBox="1"/>
          <p:nvPr/>
        </p:nvSpPr>
        <p:spPr>
          <a:xfrm>
            <a:off x="1630609" y="4481918"/>
            <a:ext cx="2341205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6EBBB330-F69C-71CB-420E-DAE699571CD9}"/>
              </a:ext>
            </a:extLst>
          </p:cNvPr>
          <p:cNvSpPr txBox="1"/>
          <p:nvPr/>
        </p:nvSpPr>
        <p:spPr>
          <a:xfrm>
            <a:off x="6723783" y="3916517"/>
            <a:ext cx="2525560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</a:t>
            </a:r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var.equal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=TRUE)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9DDD960E-B442-2EFA-3288-44B089AF4990}"/>
                  </a:ext>
                </a:extLst>
              </p:cNvPr>
              <p:cNvSpPr txBox="1"/>
              <p:nvPr/>
            </p:nvSpPr>
            <p:spPr>
              <a:xfrm>
                <a:off x="1445448" y="1723958"/>
                <a:ext cx="1206334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9DDD960E-B442-2EFA-3288-44B089AF49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5448" y="1723958"/>
                <a:ext cx="1206334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566D86C6-59B8-BF52-FFD7-0F34225FF3F6}"/>
                  </a:ext>
                </a:extLst>
              </p:cNvPr>
              <p:cNvSpPr txBox="1"/>
              <p:nvPr/>
            </p:nvSpPr>
            <p:spPr>
              <a:xfrm>
                <a:off x="4676700" y="1723958"/>
                <a:ext cx="282376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566D86C6-59B8-BF52-FFD7-0F34225FF3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6700" y="1723958"/>
                <a:ext cx="282376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B6DD8288-BFEA-877D-1645-AF537E4F55FA}"/>
              </a:ext>
            </a:extLst>
          </p:cNvPr>
          <p:cNvSpPr txBox="1"/>
          <p:nvPr/>
        </p:nvSpPr>
        <p:spPr>
          <a:xfrm>
            <a:off x="10573574" y="4508665"/>
            <a:ext cx="1618426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B0C6CDA-4384-945B-A264-00640D76B3B1}"/>
                  </a:ext>
                </a:extLst>
              </p:cNvPr>
              <p:cNvSpPr txBox="1"/>
              <p:nvPr/>
            </p:nvSpPr>
            <p:spPr>
              <a:xfrm>
                <a:off x="9967683" y="5959220"/>
                <a:ext cx="2082384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r>
                  <a:rPr lang="en-GB" sz="800" noProof="0" dirty="0">
                    <a:latin typeface="CMU Bright Roman" panose="02000603000000000000" pitchFamily="2" charset="0"/>
                    <a:ea typeface="CMU Bright Roman" panose="02000603000000000000" pitchFamily="2" charset="0"/>
                    <a:cs typeface="CMU Bright Roman" panose="02000603000000000000" pitchFamily="2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-value of level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=1,2</m:t>
                    </m:r>
                  </m:oMath>
                </a14:m>
                <a:endParaRPr lang="en-GB" sz="1200" noProof="0" dirty="0">
                  <a:latin typeface="CMU Bright Roman" panose="02000603000000000000" pitchFamily="2" charset="0"/>
                  <a:ea typeface="CMU Bright Roman" panose="02000603000000000000" pitchFamily="2" charset="0"/>
                  <a:cs typeface="CMU Bright Roman" panose="02000603000000000000" pitchFamily="2" charset="0"/>
                </a:endParaRP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BEADCB87-2FE2-B735-89A2-59CFEE3B93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7683" y="5959220"/>
                <a:ext cx="2082384" cy="461665"/>
              </a:xfrm>
              <a:prstGeom prst="rect">
                <a:avLst/>
              </a:prstGeom>
              <a:blipFill>
                <a:blip r:embed="rId18"/>
                <a:stretch>
                  <a:fillRect t="-2703" b="-108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9" name="Textfeld 148">
            <a:extLst>
              <a:ext uri="{FF2B5EF4-FFF2-40B4-BE49-F238E27FC236}">
                <a16:creationId xmlns:a16="http://schemas.microsoft.com/office/drawing/2014/main" id="{D2849832-7583-5C88-CB48-85BBDDF8C394}"/>
              </a:ext>
            </a:extLst>
          </p:cNvPr>
          <p:cNvSpPr txBox="1"/>
          <p:nvPr/>
        </p:nvSpPr>
        <p:spPr>
          <a:xfrm>
            <a:off x="10673600" y="3886130"/>
            <a:ext cx="1518400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8C130F98-4700-F781-8757-3BD691AD4A39}"/>
              </a:ext>
            </a:extLst>
          </p:cNvPr>
          <p:cNvSpPr txBox="1"/>
          <p:nvPr/>
        </p:nvSpPr>
        <p:spPr>
          <a:xfrm>
            <a:off x="10508222" y="2183018"/>
            <a:ext cx="1618761" cy="27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heck </a:t>
            </a:r>
            <a:r>
              <a:rPr lang="en-GB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homoscedacity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816F1AE-7D89-569E-C993-EFFD1BF686BE}"/>
              </a:ext>
            </a:extLst>
          </p:cNvPr>
          <p:cNvSpPr txBox="1"/>
          <p:nvPr/>
        </p:nvSpPr>
        <p:spPr>
          <a:xfrm>
            <a:off x="-27314" y="6338219"/>
            <a:ext cx="1868481" cy="2818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sp>
        <p:nvSpPr>
          <p:cNvPr id="148" name="Textfeld 147">
            <a:extLst>
              <a:ext uri="{FF2B5EF4-FFF2-40B4-BE49-F238E27FC236}">
                <a16:creationId xmlns:a16="http://schemas.microsoft.com/office/drawing/2014/main" id="{B74FBCF3-CDA8-0C7D-ADD1-C3C716471691}"/>
              </a:ext>
            </a:extLst>
          </p:cNvPr>
          <p:cNvSpPr txBox="1"/>
          <p:nvPr/>
        </p:nvSpPr>
        <p:spPr>
          <a:xfrm>
            <a:off x="-27314" y="5916223"/>
            <a:ext cx="1859022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7" name="Textfeld 466">
                <a:extLst>
                  <a:ext uri="{FF2B5EF4-FFF2-40B4-BE49-F238E27FC236}">
                    <a16:creationId xmlns:a16="http://schemas.microsoft.com/office/drawing/2014/main" id="{5EBC110F-6272-1F69-49B4-14DF4BFAFF26}"/>
                  </a:ext>
                </a:extLst>
              </p:cNvPr>
              <p:cNvSpPr txBox="1"/>
              <p:nvPr/>
            </p:nvSpPr>
            <p:spPr>
              <a:xfrm>
                <a:off x="1914970" y="5896289"/>
                <a:ext cx="2538462" cy="281831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=2</m:t>
                    </m:r>
                  </m:oMath>
                </a14:m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 </a:t>
                </a:r>
              </a:p>
            </p:txBody>
          </p:sp>
        </mc:Choice>
        <mc:Fallback xmlns="">
          <p:sp>
            <p:nvSpPr>
              <p:cNvPr id="467" name="Textfeld 466">
                <a:extLst>
                  <a:ext uri="{FF2B5EF4-FFF2-40B4-BE49-F238E27FC236}">
                    <a16:creationId xmlns:a16="http://schemas.microsoft.com/office/drawing/2014/main" id="{5EBC110F-6272-1F69-49B4-14DF4BFAF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4970" y="5896289"/>
                <a:ext cx="2538462" cy="281831"/>
              </a:xfrm>
              <a:prstGeom prst="rect">
                <a:avLst/>
              </a:prstGeom>
              <a:blipFill>
                <a:blip r:embed="rId19"/>
                <a:stretch>
                  <a:fillRect b="-12500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Textfeld 467">
                <a:extLst>
                  <a:ext uri="{FF2B5EF4-FFF2-40B4-BE49-F238E27FC236}">
                    <a16:creationId xmlns:a16="http://schemas.microsoft.com/office/drawing/2014/main" id="{B3C8E372-5134-BA8B-C395-4CC08FBE0DD2}"/>
                  </a:ext>
                </a:extLst>
              </p:cNvPr>
              <p:cNvSpPr txBox="1"/>
              <p:nvPr/>
            </p:nvSpPr>
            <p:spPr>
              <a:xfrm>
                <a:off x="1905495" y="6318285"/>
                <a:ext cx="2543546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&gt; 2 </m:t>
                    </m:r>
                  </m:oMath>
                </a14:m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 </a:t>
                </a:r>
              </a:p>
            </p:txBody>
          </p:sp>
        </mc:Choice>
        <mc:Fallback xmlns="">
          <p:sp>
            <p:nvSpPr>
              <p:cNvPr id="468" name="Textfeld 467">
                <a:extLst>
                  <a:ext uri="{FF2B5EF4-FFF2-40B4-BE49-F238E27FC236}">
                    <a16:creationId xmlns:a16="http://schemas.microsoft.com/office/drawing/2014/main" id="{B3C8E372-5134-BA8B-C395-4CC08FBE0D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495" y="6318285"/>
                <a:ext cx="2543546" cy="276999"/>
              </a:xfrm>
              <a:prstGeom prst="rect">
                <a:avLst/>
              </a:prstGeom>
              <a:blipFill>
                <a:blip r:embed="rId20"/>
                <a:stretch>
                  <a:fillRect b="-12500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7" name="Textfeld 476">
            <a:extLst>
              <a:ext uri="{FF2B5EF4-FFF2-40B4-BE49-F238E27FC236}">
                <a16:creationId xmlns:a16="http://schemas.microsoft.com/office/drawing/2014/main" id="{2D4917DC-7113-AB2E-2423-2B99C0302D6A}"/>
              </a:ext>
            </a:extLst>
          </p:cNvPr>
          <p:cNvSpPr txBox="1"/>
          <p:nvPr/>
        </p:nvSpPr>
        <p:spPr>
          <a:xfrm>
            <a:off x="-27314" y="5684766"/>
            <a:ext cx="1091245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cxnSp>
        <p:nvCxnSpPr>
          <p:cNvPr id="461" name="Gerade Verbindung mit Pfeil 460">
            <a:extLst>
              <a:ext uri="{FF2B5EF4-FFF2-40B4-BE49-F238E27FC236}">
                <a16:creationId xmlns:a16="http://schemas.microsoft.com/office/drawing/2014/main" id="{8FB21695-11BD-8ABD-9F97-6991D5C8B3B6}"/>
              </a:ext>
            </a:extLst>
          </p:cNvPr>
          <p:cNvCxnSpPr>
            <a:cxnSpLocks/>
          </p:cNvCxnSpPr>
          <p:nvPr/>
        </p:nvCxnSpPr>
        <p:spPr>
          <a:xfrm flipH="1">
            <a:off x="8019364" y="3909046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FC3CBC77-6650-FABB-BBDB-000AC7FA6A5B}"/>
              </a:ext>
            </a:extLst>
          </p:cNvPr>
          <p:cNvCxnSpPr>
            <a:cxnSpLocks/>
          </p:cNvCxnSpPr>
          <p:nvPr/>
        </p:nvCxnSpPr>
        <p:spPr>
          <a:xfrm flipH="1">
            <a:off x="6088580" y="4300445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hteck 78">
            <a:extLst>
              <a:ext uri="{FF2B5EF4-FFF2-40B4-BE49-F238E27FC236}">
                <a16:creationId xmlns:a16="http://schemas.microsoft.com/office/drawing/2014/main" id="{6668F63E-6012-C018-9DF8-14B614C7029F}"/>
              </a:ext>
            </a:extLst>
          </p:cNvPr>
          <p:cNvSpPr/>
          <p:nvPr/>
        </p:nvSpPr>
        <p:spPr>
          <a:xfrm>
            <a:off x="-89692" y="5672259"/>
            <a:ext cx="4603061" cy="99926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FD30662-2245-B479-68B5-35D4A6451540}"/>
              </a:ext>
            </a:extLst>
          </p:cNvPr>
          <p:cNvSpPr txBox="1"/>
          <p:nvPr/>
        </p:nvSpPr>
        <p:spPr>
          <a:xfrm>
            <a:off x="5165392" y="4497730"/>
            <a:ext cx="1524639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games_howell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3E7B6ACC-0932-519A-9977-B612AB01FCD3}"/>
              </a:ext>
            </a:extLst>
          </p:cNvPr>
          <p:cNvSpPr txBox="1"/>
          <p:nvPr/>
        </p:nvSpPr>
        <p:spPr>
          <a:xfrm>
            <a:off x="4050962" y="2166983"/>
            <a:ext cx="4382093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levene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.test() </a:t>
            </a: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B7A0283F-1FB1-8A39-283D-6773A86E9DDD}"/>
              </a:ext>
            </a:extLst>
          </p:cNvPr>
          <p:cNvGrpSpPr/>
          <p:nvPr/>
        </p:nvGrpSpPr>
        <p:grpSpPr>
          <a:xfrm>
            <a:off x="974503" y="1934264"/>
            <a:ext cx="2106848" cy="1391174"/>
            <a:chOff x="2719572" y="1536945"/>
            <a:chExt cx="1289076" cy="305400"/>
          </a:xfrm>
        </p:grpSpPr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92A4840B-1FF1-F5DD-932B-19206E5986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9058D4F4-7E03-2858-6EB1-5234A7FEAA96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56076F3-9150-C367-5306-8365748B4922}"/>
                  </a:ext>
                </a:extLst>
              </p:cNvPr>
              <p:cNvSpPr txBox="1"/>
              <p:nvPr/>
            </p:nvSpPr>
            <p:spPr>
              <a:xfrm>
                <a:off x="320784" y="3352059"/>
                <a:ext cx="1447007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56076F3-9150-C367-5306-8365748B49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784" y="3352059"/>
                <a:ext cx="1447007" cy="276999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52E72FFA-4697-7EA7-EA5D-4A6F48F346AF}"/>
                  </a:ext>
                </a:extLst>
              </p:cNvPr>
              <p:cNvSpPr txBox="1"/>
              <p:nvPr/>
            </p:nvSpPr>
            <p:spPr>
              <a:xfrm>
                <a:off x="1713057" y="3352058"/>
                <a:ext cx="2322867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52E72FFA-4697-7EA7-EA5D-4A6F48F346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3057" y="3352058"/>
                <a:ext cx="2322867" cy="276999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3C2AEA79-0B92-2460-ABFC-E23C88D7A3FB}"/>
                  </a:ext>
                </a:extLst>
              </p:cNvPr>
              <p:cNvSpPr txBox="1"/>
              <p:nvPr/>
            </p:nvSpPr>
            <p:spPr>
              <a:xfrm>
                <a:off x="3960490" y="3389677"/>
                <a:ext cx="88510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3C2AEA79-0B92-2460-ABFC-E23C88D7A3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0490" y="3389677"/>
                <a:ext cx="885102" cy="276999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EE66430A-8B82-83A4-8134-BC50AFEAA904}"/>
                  </a:ext>
                </a:extLst>
              </p:cNvPr>
              <p:cNvSpPr txBox="1"/>
              <p:nvPr/>
            </p:nvSpPr>
            <p:spPr>
              <a:xfrm>
                <a:off x="5559709" y="3444571"/>
                <a:ext cx="84111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EE66430A-8B82-83A4-8134-BC50AFEAA9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9709" y="3444571"/>
                <a:ext cx="841110" cy="276999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431FAADD-AB85-591E-45CA-5780C7E6E637}"/>
              </a:ext>
            </a:extLst>
          </p:cNvPr>
          <p:cNvGrpSpPr/>
          <p:nvPr/>
        </p:nvGrpSpPr>
        <p:grpSpPr>
          <a:xfrm>
            <a:off x="7415137" y="3000906"/>
            <a:ext cx="2091190" cy="454753"/>
            <a:chOff x="2719572" y="1536945"/>
            <a:chExt cx="1289076" cy="305400"/>
          </a:xfrm>
        </p:grpSpPr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3CB62A47-90E1-D6C8-9FE5-6D6698DBAD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 Verbindung mit Pfeil 58">
              <a:extLst>
                <a:ext uri="{FF2B5EF4-FFF2-40B4-BE49-F238E27FC236}">
                  <a16:creationId xmlns:a16="http://schemas.microsoft.com/office/drawing/2014/main" id="{734B8A55-9D45-6347-E799-447AD68B46D5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FB1D4EC7-3FE3-1D18-51D5-E063881F0CC7}"/>
                  </a:ext>
                </a:extLst>
              </p:cNvPr>
              <p:cNvSpPr txBox="1"/>
              <p:nvPr/>
            </p:nvSpPr>
            <p:spPr>
              <a:xfrm>
                <a:off x="7083483" y="3416221"/>
                <a:ext cx="730996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FB1D4EC7-3FE3-1D18-51D5-E063881F0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483" y="3416221"/>
                <a:ext cx="730996" cy="276999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A938FCE8-4214-C511-EC3C-002B2C0D0079}"/>
                  </a:ext>
                </a:extLst>
              </p:cNvPr>
              <p:cNvSpPr txBox="1"/>
              <p:nvPr/>
            </p:nvSpPr>
            <p:spPr>
              <a:xfrm>
                <a:off x="9386880" y="3415787"/>
                <a:ext cx="84111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A938FCE8-4214-C511-EC3C-002B2C0D00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6880" y="3415787"/>
                <a:ext cx="841110" cy="276999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Textfeld 61">
            <a:extLst>
              <a:ext uri="{FF2B5EF4-FFF2-40B4-BE49-F238E27FC236}">
                <a16:creationId xmlns:a16="http://schemas.microsoft.com/office/drawing/2014/main" id="{9F3AB01C-5061-307C-D91C-59C7AD41BC60}"/>
              </a:ext>
            </a:extLst>
          </p:cNvPr>
          <p:cNvSpPr txBox="1"/>
          <p:nvPr/>
        </p:nvSpPr>
        <p:spPr>
          <a:xfrm>
            <a:off x="4071497" y="3911962"/>
            <a:ext cx="1077019" cy="286108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3D97E19C-D7DC-DF39-C282-B5371B1C3FD5}"/>
              </a:ext>
            </a:extLst>
          </p:cNvPr>
          <p:cNvCxnSpPr>
            <a:cxnSpLocks/>
          </p:cNvCxnSpPr>
          <p:nvPr/>
        </p:nvCxnSpPr>
        <p:spPr>
          <a:xfrm flipH="1">
            <a:off x="2801211" y="4244832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421C4643-1146-FDB7-02F2-1E1DB9E402E2}"/>
              </a:ext>
            </a:extLst>
          </p:cNvPr>
          <p:cNvCxnSpPr>
            <a:cxnSpLocks/>
          </p:cNvCxnSpPr>
          <p:nvPr/>
        </p:nvCxnSpPr>
        <p:spPr>
          <a:xfrm flipH="1">
            <a:off x="9842944" y="4278163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Gerade Verbindung mit Pfeil 451">
            <a:extLst>
              <a:ext uri="{FF2B5EF4-FFF2-40B4-BE49-F238E27FC236}">
                <a16:creationId xmlns:a16="http://schemas.microsoft.com/office/drawing/2014/main" id="{DE64E809-ECD0-3D17-571D-1093C6AF5A8F}"/>
              </a:ext>
            </a:extLst>
          </p:cNvPr>
          <p:cNvCxnSpPr>
            <a:cxnSpLocks/>
          </p:cNvCxnSpPr>
          <p:nvPr/>
        </p:nvCxnSpPr>
        <p:spPr>
          <a:xfrm>
            <a:off x="6088580" y="1156502"/>
            <a:ext cx="27986" cy="58416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Gerade Verbindung mit Pfeil 453">
            <a:extLst>
              <a:ext uri="{FF2B5EF4-FFF2-40B4-BE49-F238E27FC236}">
                <a16:creationId xmlns:a16="http://schemas.microsoft.com/office/drawing/2014/main" id="{4A7D4ECE-6376-E430-392B-D762977E6A57}"/>
              </a:ext>
            </a:extLst>
          </p:cNvPr>
          <p:cNvCxnSpPr>
            <a:cxnSpLocks/>
          </p:cNvCxnSpPr>
          <p:nvPr/>
        </p:nvCxnSpPr>
        <p:spPr>
          <a:xfrm flipH="1">
            <a:off x="6105209" y="1934263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Gerade Verbindung mit Pfeil 456">
            <a:extLst>
              <a:ext uri="{FF2B5EF4-FFF2-40B4-BE49-F238E27FC236}">
                <a16:creationId xmlns:a16="http://schemas.microsoft.com/office/drawing/2014/main" id="{C9A0DAA1-096D-32DD-0C63-FE8D749DBEBD}"/>
              </a:ext>
            </a:extLst>
          </p:cNvPr>
          <p:cNvCxnSpPr>
            <a:cxnSpLocks/>
            <a:endCxn id="82" idx="0"/>
          </p:cNvCxnSpPr>
          <p:nvPr/>
        </p:nvCxnSpPr>
        <p:spPr>
          <a:xfrm flipH="1">
            <a:off x="2048615" y="1156502"/>
            <a:ext cx="4053958" cy="56745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Gerade Verbindung mit Pfeil 459">
            <a:extLst>
              <a:ext uri="{FF2B5EF4-FFF2-40B4-BE49-F238E27FC236}">
                <a16:creationId xmlns:a16="http://schemas.microsoft.com/office/drawing/2014/main" id="{621EE3CF-79D3-8C3F-09BA-F7F20D5A3D00}"/>
              </a:ext>
            </a:extLst>
          </p:cNvPr>
          <p:cNvCxnSpPr>
            <a:cxnSpLocks/>
          </p:cNvCxnSpPr>
          <p:nvPr/>
        </p:nvCxnSpPr>
        <p:spPr>
          <a:xfrm flipH="1">
            <a:off x="976527" y="3680537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Gerade Verbindung mit Pfeil 461">
            <a:extLst>
              <a:ext uri="{FF2B5EF4-FFF2-40B4-BE49-F238E27FC236}">
                <a16:creationId xmlns:a16="http://schemas.microsoft.com/office/drawing/2014/main" id="{32AC68F1-9277-CEDF-B6D2-4E562DB55E46}"/>
              </a:ext>
            </a:extLst>
          </p:cNvPr>
          <p:cNvCxnSpPr>
            <a:cxnSpLocks/>
          </p:cNvCxnSpPr>
          <p:nvPr/>
        </p:nvCxnSpPr>
        <p:spPr>
          <a:xfrm flipH="1">
            <a:off x="2792972" y="3692895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Gerade Verbindung mit Pfeil 462">
            <a:extLst>
              <a:ext uri="{FF2B5EF4-FFF2-40B4-BE49-F238E27FC236}">
                <a16:creationId xmlns:a16="http://schemas.microsoft.com/office/drawing/2014/main" id="{1CBA1986-A3C7-D416-4029-FC8118C2CC65}"/>
              </a:ext>
            </a:extLst>
          </p:cNvPr>
          <p:cNvCxnSpPr>
            <a:cxnSpLocks/>
          </p:cNvCxnSpPr>
          <p:nvPr/>
        </p:nvCxnSpPr>
        <p:spPr>
          <a:xfrm flipH="1">
            <a:off x="4403472" y="3610512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4" name="Gerade Verbindung mit Pfeil 463">
            <a:extLst>
              <a:ext uri="{FF2B5EF4-FFF2-40B4-BE49-F238E27FC236}">
                <a16:creationId xmlns:a16="http://schemas.microsoft.com/office/drawing/2014/main" id="{DCB263FD-7E95-AD4A-9930-692C38D41337}"/>
              </a:ext>
            </a:extLst>
          </p:cNvPr>
          <p:cNvCxnSpPr>
            <a:cxnSpLocks/>
          </p:cNvCxnSpPr>
          <p:nvPr/>
        </p:nvCxnSpPr>
        <p:spPr>
          <a:xfrm flipH="1">
            <a:off x="5853333" y="3701127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5" name="Gruppieren 464">
            <a:extLst>
              <a:ext uri="{FF2B5EF4-FFF2-40B4-BE49-F238E27FC236}">
                <a16:creationId xmlns:a16="http://schemas.microsoft.com/office/drawing/2014/main" id="{1D012D6E-16DA-BB26-7F64-AEB9B3A10173}"/>
              </a:ext>
            </a:extLst>
          </p:cNvPr>
          <p:cNvGrpSpPr/>
          <p:nvPr/>
        </p:nvGrpSpPr>
        <p:grpSpPr>
          <a:xfrm>
            <a:off x="4291068" y="3018728"/>
            <a:ext cx="2091190" cy="454753"/>
            <a:chOff x="2719572" y="1536945"/>
            <a:chExt cx="1289076" cy="305400"/>
          </a:xfrm>
        </p:grpSpPr>
        <p:cxnSp>
          <p:nvCxnSpPr>
            <p:cNvPr id="466" name="Gerade Verbindung mit Pfeil 465">
              <a:extLst>
                <a:ext uri="{FF2B5EF4-FFF2-40B4-BE49-F238E27FC236}">
                  <a16:creationId xmlns:a16="http://schemas.microsoft.com/office/drawing/2014/main" id="{E07202F5-05D2-E8A3-A3B2-EC7BA32CF5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Gerade Verbindung mit Pfeil 470">
              <a:extLst>
                <a:ext uri="{FF2B5EF4-FFF2-40B4-BE49-F238E27FC236}">
                  <a16:creationId xmlns:a16="http://schemas.microsoft.com/office/drawing/2014/main" id="{736D7057-108E-D9BA-7678-E44DEF9929EA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72" name="Gerade Verbindung mit Pfeil 471">
            <a:extLst>
              <a:ext uri="{FF2B5EF4-FFF2-40B4-BE49-F238E27FC236}">
                <a16:creationId xmlns:a16="http://schemas.microsoft.com/office/drawing/2014/main" id="{7F358B13-A97F-DC4D-CB49-0422EBD79EF1}"/>
              </a:ext>
            </a:extLst>
          </p:cNvPr>
          <p:cNvCxnSpPr>
            <a:cxnSpLocks/>
          </p:cNvCxnSpPr>
          <p:nvPr/>
        </p:nvCxnSpPr>
        <p:spPr>
          <a:xfrm flipH="1">
            <a:off x="7426762" y="3680529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3" name="Gerade Verbindung mit Pfeil 472">
            <a:extLst>
              <a:ext uri="{FF2B5EF4-FFF2-40B4-BE49-F238E27FC236}">
                <a16:creationId xmlns:a16="http://schemas.microsoft.com/office/drawing/2014/main" id="{345972CC-09E4-AA18-E4AE-DAEFD9543F1E}"/>
              </a:ext>
            </a:extLst>
          </p:cNvPr>
          <p:cNvCxnSpPr>
            <a:cxnSpLocks/>
          </p:cNvCxnSpPr>
          <p:nvPr/>
        </p:nvCxnSpPr>
        <p:spPr>
          <a:xfrm flipH="1">
            <a:off x="9797634" y="3639727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2863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6C71-467C-2908-108E-4FFF1E661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00EE65C6-A254-C5A4-E670-CB1B7E501ADD}"/>
              </a:ext>
            </a:extLst>
          </p:cNvPr>
          <p:cNvGrpSpPr/>
          <p:nvPr/>
        </p:nvGrpSpPr>
        <p:grpSpPr>
          <a:xfrm>
            <a:off x="176103" y="696015"/>
            <a:ext cx="12251028" cy="5465970"/>
            <a:chOff x="47577" y="751437"/>
            <a:chExt cx="12251028" cy="5465970"/>
          </a:xfrm>
        </p:grpSpPr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068FF5E1-F079-DF9D-FD7C-E268420CF978}"/>
                </a:ext>
              </a:extLst>
            </p:cNvPr>
            <p:cNvSpPr txBox="1"/>
            <p:nvPr/>
          </p:nvSpPr>
          <p:spPr>
            <a:xfrm>
              <a:off x="2807249" y="2586030"/>
              <a:ext cx="2869601" cy="276999"/>
            </a:xfrm>
            <a:prstGeom prst="rect">
              <a:avLst/>
            </a:prstGeom>
            <a:solidFill>
              <a:schemeClr val="accent2">
                <a:alpha val="19906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shapiro.test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of residuals</a:t>
              </a: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sp>
          <p:nvSpPr>
            <p:cNvPr id="160" name="Textfeld 159">
              <a:extLst>
                <a:ext uri="{FF2B5EF4-FFF2-40B4-BE49-F238E27FC236}">
                  <a16:creationId xmlns:a16="http://schemas.microsoft.com/office/drawing/2014/main" id="{69771035-549E-AC26-2C17-18F5675C2C77}"/>
                </a:ext>
              </a:extLst>
            </p:cNvPr>
            <p:cNvSpPr txBox="1"/>
            <p:nvPr/>
          </p:nvSpPr>
          <p:spPr>
            <a:xfrm>
              <a:off x="10558883" y="2898847"/>
              <a:ext cx="173497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Check normality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1CFA9C82-560E-0334-1BB1-9FD4E0F70506}"/>
                    </a:ext>
                  </a:extLst>
                </p:cNvPr>
                <p:cNvSpPr txBox="1"/>
                <p:nvPr/>
              </p:nvSpPr>
              <p:spPr>
                <a:xfrm>
                  <a:off x="3701311" y="769793"/>
                  <a:ext cx="5594111" cy="461665"/>
                </a:xfrm>
                <a:prstGeom prst="rect">
                  <a:avLst/>
                </a:prstGeom>
                <a:noFill/>
                <a:ln w="6350">
                  <a:solidFill>
                    <a:schemeClr val="bg1">
                      <a:lumMod val="85000"/>
                    </a:schemeClr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</a:t>
                  </a:r>
                  <a:r>
                    <a:rPr lang="en-GB" sz="1200" noProof="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ategorical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predictor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levels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umeric response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1CFA9C82-560E-0334-1BB1-9FD4E0F705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1311" y="769793"/>
                  <a:ext cx="5594111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5263"/>
                  </a:stretch>
                </a:blipFill>
                <a:ln w="6350">
                  <a:solidFill>
                    <a:schemeClr val="bg1">
                      <a:lumMod val="8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6AAEE37-561B-2614-4B82-BA3E31A1445D}"/>
                    </a:ext>
                  </a:extLst>
                </p:cNvPr>
                <p:cNvSpPr txBox="1"/>
                <p:nvPr/>
              </p:nvSpPr>
              <p:spPr>
                <a:xfrm>
                  <a:off x="2807250" y="2013725"/>
                  <a:ext cx="2865165" cy="27699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</a:t>
                  </a:r>
                  <a14:m>
                    <m:oMath xmlns:m="http://schemas.openxmlformats.org/officeDocument/2006/math"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for all  </a:t>
                  </a:r>
                  <a14:m>
                    <m:oMath xmlns:m="http://schemas.openxmlformats.org/officeDocument/2006/math"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𝑖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=1,…,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6AAEE37-561B-2614-4B82-BA3E31A144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7250" y="2013725"/>
                  <a:ext cx="286516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12500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EAA44F0D-CC8D-6089-131A-2E1FE6EFFBE2}"/>
                </a:ext>
              </a:extLst>
            </p:cNvPr>
            <p:cNvSpPr txBox="1"/>
            <p:nvPr/>
          </p:nvSpPr>
          <p:spPr>
            <a:xfrm>
              <a:off x="178350" y="5403799"/>
              <a:ext cx="1455624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wilcox.test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BD0A08-95D2-F972-F4D4-79B7324DC9BB}"/>
                </a:ext>
              </a:extLst>
            </p:cNvPr>
            <p:cNvSpPr txBox="1"/>
            <p:nvPr/>
          </p:nvSpPr>
          <p:spPr>
            <a:xfrm>
              <a:off x="1694276" y="5403799"/>
              <a:ext cx="2352360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kruskal.test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feld 28">
                  <a:extLst>
                    <a:ext uri="{FF2B5EF4-FFF2-40B4-BE49-F238E27FC236}">
                      <a16:creationId xmlns:a16="http://schemas.microsoft.com/office/drawing/2014/main" id="{38C66D2F-9E14-7C8B-5D2A-1F7912FEFB00}"/>
                    </a:ext>
                  </a:extLst>
                </p:cNvPr>
                <p:cNvSpPr txBox="1"/>
                <p:nvPr/>
              </p:nvSpPr>
              <p:spPr>
                <a:xfrm>
                  <a:off x="8037015" y="4508745"/>
                  <a:ext cx="1086431" cy="277200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29" name="Textfeld 28">
                  <a:extLst>
                    <a:ext uri="{FF2B5EF4-FFF2-40B4-BE49-F238E27FC236}">
                      <a16:creationId xmlns:a16="http://schemas.microsoft.com/office/drawing/2014/main" id="{38C66D2F-9E14-7C8B-5D2A-1F7912FEFB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7015" y="4508745"/>
                  <a:ext cx="1086431" cy="277200"/>
                </a:xfrm>
                <a:prstGeom prst="rect">
                  <a:avLst/>
                </a:prstGeom>
                <a:blipFill>
                  <a:blip r:embed="rId5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CA4581C7-C3B0-54FA-EF00-228EC57A3E10}"/>
                    </a:ext>
                  </a:extLst>
                </p:cNvPr>
                <p:cNvSpPr txBox="1"/>
                <p:nvPr/>
              </p:nvSpPr>
              <p:spPr>
                <a:xfrm>
                  <a:off x="4715295" y="4540038"/>
                  <a:ext cx="1086431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CA4581C7-C3B0-54FA-EF00-228EC57A3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15295" y="4540038"/>
                  <a:ext cx="1086431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13636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4E9381FD-69C7-430A-E209-F66858BC4F1A}"/>
                </a:ext>
              </a:extLst>
            </p:cNvPr>
            <p:cNvSpPr txBox="1"/>
            <p:nvPr/>
          </p:nvSpPr>
          <p:spPr>
            <a:xfrm>
              <a:off x="5141742" y="5422678"/>
              <a:ext cx="1555285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oneway.test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274C6E35-BABE-7694-0978-CD95FB70192A}"/>
                </a:ext>
              </a:extLst>
            </p:cNvPr>
            <p:cNvSpPr txBox="1"/>
            <p:nvPr/>
          </p:nvSpPr>
          <p:spPr>
            <a:xfrm>
              <a:off x="9364452" y="5431721"/>
              <a:ext cx="1053655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aov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grpSp>
          <p:nvGrpSpPr>
            <p:cNvPr id="427" name="Gruppieren 426">
              <a:extLst>
                <a:ext uri="{FF2B5EF4-FFF2-40B4-BE49-F238E27FC236}">
                  <a16:creationId xmlns:a16="http://schemas.microsoft.com/office/drawing/2014/main" id="{F60B4F5F-1A5A-6983-57F2-9A558C4A2A4B}"/>
                </a:ext>
              </a:extLst>
            </p:cNvPr>
            <p:cNvGrpSpPr/>
            <p:nvPr/>
          </p:nvGrpSpPr>
          <p:grpSpPr>
            <a:xfrm>
              <a:off x="5655109" y="4207092"/>
              <a:ext cx="2856320" cy="305400"/>
              <a:chOff x="8002301" y="4581613"/>
              <a:chExt cx="1289076" cy="305400"/>
            </a:xfrm>
          </p:grpSpPr>
          <p:cxnSp>
            <p:nvCxnSpPr>
              <p:cNvPr id="85" name="Gerade Verbindung mit Pfeil 84">
                <a:extLst>
                  <a:ext uri="{FF2B5EF4-FFF2-40B4-BE49-F238E27FC236}">
                    <a16:creationId xmlns:a16="http://schemas.microsoft.com/office/drawing/2014/main" id="{7DB92D34-6BE9-8F72-335D-782116FA9D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002301" y="4581613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Gerade Verbindung mit Pfeil 85">
                <a:extLst>
                  <a:ext uri="{FF2B5EF4-FFF2-40B4-BE49-F238E27FC236}">
                    <a16:creationId xmlns:a16="http://schemas.microsoft.com/office/drawing/2014/main" id="{DA797C15-DD84-EA62-E689-E0352D91B0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41787" y="4581613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3" name="Textfeld 92">
              <a:extLst>
                <a:ext uri="{FF2B5EF4-FFF2-40B4-BE49-F238E27FC236}">
                  <a16:creationId xmlns:a16="http://schemas.microsoft.com/office/drawing/2014/main" id="{74A3E3BE-C2F2-8A60-46BA-B43DEC661C89}"/>
                </a:ext>
              </a:extLst>
            </p:cNvPr>
            <p:cNvSpPr txBox="1"/>
            <p:nvPr/>
          </p:nvSpPr>
          <p:spPr>
            <a:xfrm>
              <a:off x="9364451" y="5940207"/>
              <a:ext cx="1124403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TukeyHSD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94" name="Textfeld 93">
              <a:extLst>
                <a:ext uri="{FF2B5EF4-FFF2-40B4-BE49-F238E27FC236}">
                  <a16:creationId xmlns:a16="http://schemas.microsoft.com/office/drawing/2014/main" id="{9D6DD951-0BCF-B830-BA0E-BD736C52D67E}"/>
                </a:ext>
              </a:extLst>
            </p:cNvPr>
            <p:cNvSpPr txBox="1"/>
            <p:nvPr/>
          </p:nvSpPr>
          <p:spPr>
            <a:xfrm>
              <a:off x="1673791" y="5940207"/>
              <a:ext cx="2355146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pairwise.wilcox.test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1BB6760B-CE33-E359-98D8-3A80AB6E2061}"/>
                </a:ext>
              </a:extLst>
            </p:cNvPr>
            <p:cNvSpPr txBox="1"/>
            <p:nvPr/>
          </p:nvSpPr>
          <p:spPr>
            <a:xfrm>
              <a:off x="6768292" y="5431787"/>
              <a:ext cx="2527130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</a:t>
              </a:r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var.equal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=TRUE)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Textfeld 81">
                  <a:extLst>
                    <a:ext uri="{FF2B5EF4-FFF2-40B4-BE49-F238E27FC236}">
                      <a16:creationId xmlns:a16="http://schemas.microsoft.com/office/drawing/2014/main" id="{DB1D11B9-7DA9-707E-F6E3-B35B8A7B85EA}"/>
                    </a:ext>
                  </a:extLst>
                </p:cNvPr>
                <p:cNvSpPr txBox="1"/>
                <p:nvPr/>
              </p:nvSpPr>
              <p:spPr>
                <a:xfrm>
                  <a:off x="1612458" y="3276565"/>
                  <a:ext cx="206234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82" name="Textfeld 81">
                  <a:extLst>
                    <a:ext uri="{FF2B5EF4-FFF2-40B4-BE49-F238E27FC236}">
                      <a16:creationId xmlns:a16="http://schemas.microsoft.com/office/drawing/2014/main" id="{DB1D11B9-7DA9-707E-F6E3-B35B8A7B85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12458" y="3276565"/>
                  <a:ext cx="2062342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427A10DA-9FC5-57E8-5BBB-30CA10031A9C}"/>
                    </a:ext>
                  </a:extLst>
                </p:cNvPr>
                <p:cNvSpPr txBox="1"/>
                <p:nvPr/>
              </p:nvSpPr>
              <p:spPr>
                <a:xfrm>
                  <a:off x="4403710" y="3279504"/>
                  <a:ext cx="1805631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i="1" baseline="-25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427A10DA-9FC5-57E8-5BBB-30CA10031A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03710" y="3279504"/>
                  <a:ext cx="1805631" cy="276999"/>
                </a:xfrm>
                <a:prstGeom prst="rect">
                  <a:avLst/>
                </a:prstGeom>
                <a:blipFill>
                  <a:blip r:embed="rId8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9B76B0ED-5429-C912-842E-CDB7822669E7}"/>
                </a:ext>
              </a:extLst>
            </p:cNvPr>
            <p:cNvSpPr txBox="1"/>
            <p:nvPr/>
          </p:nvSpPr>
          <p:spPr>
            <a:xfrm>
              <a:off x="10558882" y="5940207"/>
              <a:ext cx="1739721" cy="2772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Post-hoc test </a:t>
              </a:r>
            </a:p>
          </p:txBody>
        </p:sp>
        <p:sp>
          <p:nvSpPr>
            <p:cNvPr id="149" name="Textfeld 148">
              <a:extLst>
                <a:ext uri="{FF2B5EF4-FFF2-40B4-BE49-F238E27FC236}">
                  <a16:creationId xmlns:a16="http://schemas.microsoft.com/office/drawing/2014/main" id="{519BD8C5-7449-CD5B-D48B-19A9044FB288}"/>
                </a:ext>
              </a:extLst>
            </p:cNvPr>
            <p:cNvSpPr txBox="1"/>
            <p:nvPr/>
          </p:nvSpPr>
          <p:spPr>
            <a:xfrm>
              <a:off x="10558883" y="5468965"/>
              <a:ext cx="1739722" cy="276999"/>
            </a:xfrm>
            <a:prstGeom prst="rect">
              <a:avLst/>
            </a:prstGeom>
            <a:noFill/>
            <a:ln w="12700">
              <a:solidFill>
                <a:schemeClr val="bg2">
                  <a:lumMod val="9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Final test selected </a:t>
              </a:r>
            </a:p>
          </p:txBody>
        </p:sp>
        <p:sp>
          <p:nvSpPr>
            <p:cNvPr id="159" name="Textfeld 158">
              <a:extLst>
                <a:ext uri="{FF2B5EF4-FFF2-40B4-BE49-F238E27FC236}">
                  <a16:creationId xmlns:a16="http://schemas.microsoft.com/office/drawing/2014/main" id="{E123BC7C-F283-90C7-9FF1-57E548148085}"/>
                </a:ext>
              </a:extLst>
            </p:cNvPr>
            <p:cNvSpPr txBox="1"/>
            <p:nvPr/>
          </p:nvSpPr>
          <p:spPr>
            <a:xfrm>
              <a:off x="10558883" y="3904545"/>
              <a:ext cx="1734970" cy="2772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</a:t>
              </a:r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heck </a:t>
              </a:r>
              <a:r>
                <a:rPr lang="de-CH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h</a:t>
              </a:r>
              <a:r>
                <a:rPr lang="de-CH" dirty="0" err="1"/>
                <a:t>omoscedasticity</a:t>
              </a:r>
              <a:endPara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grpSp>
          <p:nvGrpSpPr>
            <p:cNvPr id="491" name="Gruppieren 490">
              <a:extLst>
                <a:ext uri="{FF2B5EF4-FFF2-40B4-BE49-F238E27FC236}">
                  <a16:creationId xmlns:a16="http://schemas.microsoft.com/office/drawing/2014/main" id="{C46745CE-C7B4-E504-43D7-3E24A8313AFE}"/>
                </a:ext>
              </a:extLst>
            </p:cNvPr>
            <p:cNvGrpSpPr/>
            <p:nvPr/>
          </p:nvGrpSpPr>
          <p:grpSpPr>
            <a:xfrm>
              <a:off x="4998494" y="1388414"/>
              <a:ext cx="1795871" cy="542165"/>
              <a:chOff x="2719572" y="1536945"/>
              <a:chExt cx="1289076" cy="305400"/>
            </a:xfrm>
          </p:grpSpPr>
          <p:cxnSp>
            <p:nvCxnSpPr>
              <p:cNvPr id="492" name="Gerade Verbindung mit Pfeil 491">
                <a:extLst>
                  <a:ext uri="{FF2B5EF4-FFF2-40B4-BE49-F238E27FC236}">
                    <a16:creationId xmlns:a16="http://schemas.microsoft.com/office/drawing/2014/main" id="{C9EA7BC2-E403-97C7-5BD2-9F31E6AA37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19572" y="1536945"/>
                <a:ext cx="639486" cy="305400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3" name="Gerade Verbindung mit Pfeil 492">
                <a:extLst>
                  <a:ext uri="{FF2B5EF4-FFF2-40B4-BE49-F238E27FC236}">
                    <a16:creationId xmlns:a16="http://schemas.microsoft.com/office/drawing/2014/main" id="{2581601F-B896-CD09-F0EE-654B1B1B42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59058" y="1536945"/>
                <a:ext cx="649590" cy="305400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69" name="Gerade Verbindung mit Pfeil 468">
              <a:extLst>
                <a:ext uri="{FF2B5EF4-FFF2-40B4-BE49-F238E27FC236}">
                  <a16:creationId xmlns:a16="http://schemas.microsoft.com/office/drawing/2014/main" id="{131015DD-CA84-ED99-C942-175FC34408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63079" y="5722858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Gerade Verbindung mit Pfeil 469">
              <a:extLst>
                <a:ext uri="{FF2B5EF4-FFF2-40B4-BE49-F238E27FC236}">
                  <a16:creationId xmlns:a16="http://schemas.microsoft.com/office/drawing/2014/main" id="{9444F9C2-945C-821C-AA18-6996A89459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49871" y="5722858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4176BE39-0DC3-4460-A1E3-B164CF21631E}"/>
                </a:ext>
              </a:extLst>
            </p:cNvPr>
            <p:cNvSpPr txBox="1"/>
            <p:nvPr/>
          </p:nvSpPr>
          <p:spPr>
            <a:xfrm>
              <a:off x="5158087" y="5940207"/>
              <a:ext cx="1555286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games.howell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A96C0ED5-86FD-C69F-7040-AA1BEEA2F5DF}"/>
                </a:ext>
              </a:extLst>
            </p:cNvPr>
            <p:cNvSpPr txBox="1"/>
            <p:nvPr/>
          </p:nvSpPr>
          <p:spPr>
            <a:xfrm>
              <a:off x="4218221" y="3900882"/>
              <a:ext cx="6199886" cy="28086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levene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.test() 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5D3B015-9B60-7B1A-E90A-F3C27F59AD30}"/>
                    </a:ext>
                  </a:extLst>
                </p:cNvPr>
                <p:cNvSpPr txBox="1"/>
                <p:nvPr/>
              </p:nvSpPr>
              <p:spPr>
                <a:xfrm>
                  <a:off x="5963497" y="2013724"/>
                  <a:ext cx="2239544" cy="27699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for all </a:t>
                  </a:r>
                  <a14:m>
                    <m:oMath xmlns:m="http://schemas.openxmlformats.org/officeDocument/2006/math"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𝑖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=1,..,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5D3B015-9B60-7B1A-E90A-F3C27F59AD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63497" y="2013724"/>
                  <a:ext cx="2239544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12500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3058B38B-2ED7-9E1F-F998-9BF78ADEDC6C}"/>
                </a:ext>
              </a:extLst>
            </p:cNvPr>
            <p:cNvCxnSpPr>
              <a:cxnSpLocks/>
            </p:cNvCxnSpPr>
            <p:nvPr/>
          </p:nvCxnSpPr>
          <p:spPr>
            <a:xfrm>
              <a:off x="7063629" y="2363874"/>
              <a:ext cx="0" cy="15100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9DDF4002-DC12-E055-D57B-9A420412E12D}"/>
                    </a:ext>
                  </a:extLst>
                </p:cNvPr>
                <p:cNvSpPr txBox="1"/>
                <p:nvPr/>
              </p:nvSpPr>
              <p:spPr>
                <a:xfrm>
                  <a:off x="47577" y="5074120"/>
                  <a:ext cx="1455623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9DDF4002-DC12-E055-D57B-9A420412E1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577" y="5074120"/>
                  <a:ext cx="14556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0EA1C71A-304F-C75E-AF4E-0A6C9B95F4FB}"/>
                    </a:ext>
                  </a:extLst>
                </p:cNvPr>
                <p:cNvSpPr txBox="1"/>
                <p:nvPr/>
              </p:nvSpPr>
              <p:spPr>
                <a:xfrm>
                  <a:off x="1670295" y="5084740"/>
                  <a:ext cx="233669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&gt;2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0EA1C71A-304F-C75E-AF4E-0A6C9B95F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0295" y="5084740"/>
                  <a:ext cx="2336699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9091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C6503C36-7FD5-F491-6D2E-6C39315C2187}"/>
                </a:ext>
              </a:extLst>
            </p:cNvPr>
            <p:cNvGrpSpPr/>
            <p:nvPr/>
          </p:nvGrpSpPr>
          <p:grpSpPr>
            <a:xfrm>
              <a:off x="4462677" y="4771747"/>
              <a:ext cx="1687838" cy="346131"/>
              <a:chOff x="2697748" y="1511731"/>
              <a:chExt cx="1289074" cy="305403"/>
            </a:xfrm>
          </p:grpSpPr>
          <p:cxnSp>
            <p:nvCxnSpPr>
              <p:cNvPr id="41" name="Gerade Verbindung mit Pfeil 40">
                <a:extLst>
                  <a:ext uri="{FF2B5EF4-FFF2-40B4-BE49-F238E27FC236}">
                    <a16:creationId xmlns:a16="http://schemas.microsoft.com/office/drawing/2014/main" id="{07A7E073-1A96-35BA-9DCF-25FAEA9485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97748" y="1511731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 Verbindung mit Pfeil 41">
                <a:extLst>
                  <a:ext uri="{FF2B5EF4-FFF2-40B4-BE49-F238E27FC236}">
                    <a16:creationId xmlns:a16="http://schemas.microsoft.com/office/drawing/2014/main" id="{44FE817B-F0CA-DF20-CA68-5630D7BA93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37232" y="1511734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feld 54">
                  <a:extLst>
                    <a:ext uri="{FF2B5EF4-FFF2-40B4-BE49-F238E27FC236}">
                      <a16:creationId xmlns:a16="http://schemas.microsoft.com/office/drawing/2014/main" id="{32F34D86-DE31-25CE-057E-D851B9BC0D4C}"/>
                    </a:ext>
                  </a:extLst>
                </p:cNvPr>
                <p:cNvSpPr txBox="1"/>
                <p:nvPr/>
              </p:nvSpPr>
              <p:spPr>
                <a:xfrm>
                  <a:off x="4066295" y="5089025"/>
                  <a:ext cx="89037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55" name="Textfeld 54">
                  <a:extLst>
                    <a:ext uri="{FF2B5EF4-FFF2-40B4-BE49-F238E27FC236}">
                      <a16:creationId xmlns:a16="http://schemas.microsoft.com/office/drawing/2014/main" id="{32F34D86-DE31-25CE-057E-D851B9BC0D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66295" y="5089025"/>
                  <a:ext cx="890372" cy="276999"/>
                </a:xfrm>
                <a:prstGeom prst="rect">
                  <a:avLst/>
                </a:prstGeom>
                <a:blipFill>
                  <a:blip r:embed="rId12"/>
                  <a:stretch>
                    <a:fillRect b="-8696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3E0D5529-B228-DD80-E287-2980B02418B3}"/>
                    </a:ext>
                  </a:extLst>
                </p:cNvPr>
                <p:cNvSpPr txBox="1"/>
                <p:nvPr/>
              </p:nvSpPr>
              <p:spPr>
                <a:xfrm>
                  <a:off x="5696558" y="5074120"/>
                  <a:ext cx="84611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&gt; 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3E0D5529-B228-DD80-E287-2980B0241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58" y="5074120"/>
                  <a:ext cx="846119" cy="276999"/>
                </a:xfrm>
                <a:prstGeom prst="rect">
                  <a:avLst/>
                </a:prstGeom>
                <a:blipFill>
                  <a:blip r:embed="rId13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7" name="Gruppieren 56">
              <a:extLst>
                <a:ext uri="{FF2B5EF4-FFF2-40B4-BE49-F238E27FC236}">
                  <a16:creationId xmlns:a16="http://schemas.microsoft.com/office/drawing/2014/main" id="{49649FEE-F4D0-3CC0-B563-DD56D0D28311}"/>
                </a:ext>
              </a:extLst>
            </p:cNvPr>
            <p:cNvGrpSpPr/>
            <p:nvPr/>
          </p:nvGrpSpPr>
          <p:grpSpPr>
            <a:xfrm>
              <a:off x="7765699" y="4771747"/>
              <a:ext cx="1687838" cy="346131"/>
              <a:chOff x="2785044" y="1511731"/>
              <a:chExt cx="1289074" cy="305403"/>
            </a:xfrm>
          </p:grpSpPr>
          <p:cxnSp>
            <p:nvCxnSpPr>
              <p:cNvPr id="58" name="Gerade Verbindung mit Pfeil 57">
                <a:extLst>
                  <a:ext uri="{FF2B5EF4-FFF2-40B4-BE49-F238E27FC236}">
                    <a16:creationId xmlns:a16="http://schemas.microsoft.com/office/drawing/2014/main" id="{4FFC3366-C9F6-DB2B-BE73-6C00D9BA03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85044" y="1511731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 Verbindung mit Pfeil 58">
                <a:extLst>
                  <a:ext uri="{FF2B5EF4-FFF2-40B4-BE49-F238E27FC236}">
                    <a16:creationId xmlns:a16="http://schemas.microsoft.com/office/drawing/2014/main" id="{5BF45602-2F67-4168-59E4-A3998969C4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4528" y="1511734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77C6E6CC-42F5-BE06-70A0-D9AD39033837}"/>
                    </a:ext>
                  </a:extLst>
                </p:cNvPr>
                <p:cNvSpPr txBox="1"/>
                <p:nvPr/>
              </p:nvSpPr>
              <p:spPr>
                <a:xfrm>
                  <a:off x="7267844" y="5074120"/>
                  <a:ext cx="89037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77C6E6CC-42F5-BE06-70A0-D9AD39033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67844" y="5074120"/>
                  <a:ext cx="890372" cy="276999"/>
                </a:xfrm>
                <a:prstGeom prst="rect">
                  <a:avLst/>
                </a:prstGeom>
                <a:blipFill>
                  <a:blip r:embed="rId14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98C4BAEE-E59A-9693-1E67-65291EDBDE33}"/>
                    </a:ext>
                  </a:extLst>
                </p:cNvPr>
                <p:cNvSpPr txBox="1"/>
                <p:nvPr/>
              </p:nvSpPr>
              <p:spPr>
                <a:xfrm>
                  <a:off x="9030396" y="5074120"/>
                  <a:ext cx="84611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98C4BAEE-E59A-9693-1E67-65291EDBDE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0396" y="5074120"/>
                  <a:ext cx="846119" cy="276999"/>
                </a:xfrm>
                <a:prstGeom prst="rect">
                  <a:avLst/>
                </a:prstGeom>
                <a:blipFill>
                  <a:blip r:embed="rId15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CCF68E2-CE13-5735-609B-5C127D7431F9}"/>
                </a:ext>
              </a:extLst>
            </p:cNvPr>
            <p:cNvSpPr txBox="1"/>
            <p:nvPr/>
          </p:nvSpPr>
          <p:spPr>
            <a:xfrm>
              <a:off x="4109090" y="5422678"/>
              <a:ext cx="991434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448" name="Gerade Verbindung mit Pfeil 447">
              <a:extLst>
                <a:ext uri="{FF2B5EF4-FFF2-40B4-BE49-F238E27FC236}">
                  <a16:creationId xmlns:a16="http://schemas.microsoft.com/office/drawing/2014/main" id="{AE475B88-AB1E-D266-5235-BF5F930BE90D}"/>
                </a:ext>
              </a:extLst>
            </p:cNvPr>
            <p:cNvCxnSpPr>
              <a:cxnSpLocks/>
            </p:cNvCxnSpPr>
            <p:nvPr/>
          </p:nvCxnSpPr>
          <p:spPr>
            <a:xfrm>
              <a:off x="6120141" y="5722858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Gerade Verbindung mit Pfeil 450">
              <a:extLst>
                <a:ext uri="{FF2B5EF4-FFF2-40B4-BE49-F238E27FC236}">
                  <a16:creationId xmlns:a16="http://schemas.microsoft.com/office/drawing/2014/main" id="{9B9EE9F6-5702-287C-F8A2-654F20C07D1A}"/>
                </a:ext>
              </a:extLst>
            </p:cNvPr>
            <p:cNvCxnSpPr>
              <a:cxnSpLocks/>
            </p:cNvCxnSpPr>
            <p:nvPr/>
          </p:nvCxnSpPr>
          <p:spPr>
            <a:xfrm>
              <a:off x="4304281" y="2315194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3" name="Textfeld 452">
              <a:extLst>
                <a:ext uri="{FF2B5EF4-FFF2-40B4-BE49-F238E27FC236}">
                  <a16:creationId xmlns:a16="http://schemas.microsoft.com/office/drawing/2014/main" id="{9D680ABF-B40E-64A8-8CA2-ADD967E39ABF}"/>
                </a:ext>
              </a:extLst>
            </p:cNvPr>
            <p:cNvSpPr txBox="1"/>
            <p:nvPr/>
          </p:nvSpPr>
          <p:spPr>
            <a:xfrm>
              <a:off x="9649284" y="1076745"/>
              <a:ext cx="1579377" cy="281831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parametric tests</a:t>
              </a:r>
            </a:p>
          </p:txBody>
        </p:sp>
        <p:sp>
          <p:nvSpPr>
            <p:cNvPr id="454" name="Textfeld 453">
              <a:extLst>
                <a:ext uri="{FF2B5EF4-FFF2-40B4-BE49-F238E27FC236}">
                  <a16:creationId xmlns:a16="http://schemas.microsoft.com/office/drawing/2014/main" id="{91CC0555-9927-4C62-300B-210270F9CD9D}"/>
                </a:ext>
              </a:extLst>
            </p:cNvPr>
            <p:cNvSpPr txBox="1"/>
            <p:nvPr/>
          </p:nvSpPr>
          <p:spPr>
            <a:xfrm>
              <a:off x="9562540" y="799326"/>
              <a:ext cx="1097743" cy="281831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pPr algn="l"/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Colour code: </a:t>
              </a:r>
            </a:p>
          </p:txBody>
        </p:sp>
        <p:sp>
          <p:nvSpPr>
            <p:cNvPr id="455" name="Rechteck 454">
              <a:extLst>
                <a:ext uri="{FF2B5EF4-FFF2-40B4-BE49-F238E27FC236}">
                  <a16:creationId xmlns:a16="http://schemas.microsoft.com/office/drawing/2014/main" id="{3E5F604F-EE46-86FF-7411-4BCCBA43E137}"/>
                </a:ext>
              </a:extLst>
            </p:cNvPr>
            <p:cNvSpPr/>
            <p:nvPr/>
          </p:nvSpPr>
          <p:spPr>
            <a:xfrm>
              <a:off x="9453455" y="751437"/>
              <a:ext cx="2637621" cy="1524648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7" name="Textfeld 456">
                  <a:extLst>
                    <a:ext uri="{FF2B5EF4-FFF2-40B4-BE49-F238E27FC236}">
                      <a16:creationId xmlns:a16="http://schemas.microsoft.com/office/drawing/2014/main" id="{E47FDE1A-B498-6B59-C66D-9D00864C40C7}"/>
                    </a:ext>
                  </a:extLst>
                </p:cNvPr>
                <p:cNvSpPr txBox="1"/>
                <p:nvPr/>
              </p:nvSpPr>
              <p:spPr>
                <a:xfrm>
                  <a:off x="9609147" y="1752731"/>
                  <a:ext cx="2326236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GB" sz="1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1−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  <a:r>
                    <a:rPr lang="en-GB" sz="1200" noProof="0" dirty="0" err="1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rPr>
                    <a:t>conf.level</a:t>
                  </a:r>
                  <a:endParaRPr lang="en-GB" sz="1200" noProof="0" dirty="0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endParaRP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</m:ctrlPr>
                        </m:sSubPr>
                        <m:e>
                          <m: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  <m:t>𝑛</m:t>
                          </m:r>
                        </m:e>
                        <m:sub>
                          <m: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  <m:t>𝑖</m:t>
                          </m:r>
                        </m:sub>
                      </m:sSub>
                      <m:r>
                        <a:rPr lang="en-GB" sz="1200" i="1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:</m:t>
                      </m:r>
                      <m:r>
                        <a:rPr lang="en-GB" sz="1200" i="1" dirty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 </m:t>
                      </m:r>
                    </m:oMath>
                  </a14:m>
                  <a:r>
                    <a:rPr lang="en-GB" sz="1200" dirty="0">
                      <a:ea typeface="CMU Bright Roman" panose="02000603000000000000" pitchFamily="2" charset="0"/>
                      <a:cs typeface="Courier New" panose="02070309020205020404" pitchFamily="49" charset="0"/>
                    </a:rPr>
                    <a:t>sample size of group/level</a:t>
                  </a:r>
                  <a14:m>
                    <m:oMath xmlns:m="http://schemas.openxmlformats.org/officeDocument/2006/math">
                      <m:r>
                        <a:rPr lang="en-US" sz="1200" b="0" i="0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 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𝑖</m:t>
                      </m:r>
                    </m:oMath>
                  </a14:m>
                  <a:endParaRPr lang="en-GB" sz="800" noProof="0" dirty="0">
                    <a:ea typeface="CMU Bright Roman" panose="02000603000000000000" pitchFamily="2" charset="0"/>
                    <a:cs typeface="CMU Bright Roman" panose="02000603000000000000" pitchFamily="2" charset="0"/>
                  </a:endParaRPr>
                </a:p>
              </p:txBody>
            </p:sp>
          </mc:Choice>
          <mc:Fallback>
            <p:sp>
              <p:nvSpPr>
                <p:cNvPr id="457" name="Textfeld 456">
                  <a:extLst>
                    <a:ext uri="{FF2B5EF4-FFF2-40B4-BE49-F238E27FC236}">
                      <a16:creationId xmlns:a16="http://schemas.microsoft.com/office/drawing/2014/main" id="{E47FDE1A-B498-6B59-C66D-9D00864C4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09147" y="1752731"/>
                  <a:ext cx="2326236" cy="461665"/>
                </a:xfrm>
                <a:prstGeom prst="rect">
                  <a:avLst/>
                </a:prstGeom>
                <a:blipFill>
                  <a:blip r:embed="rId16"/>
                  <a:stretch>
                    <a:fillRect b="-1081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8" name="Gerade Verbindung mit Pfeil 457">
              <a:extLst>
                <a:ext uri="{FF2B5EF4-FFF2-40B4-BE49-F238E27FC236}">
                  <a16:creationId xmlns:a16="http://schemas.microsoft.com/office/drawing/2014/main" id="{FB594199-4842-336C-C6AB-F270575BA874}"/>
                </a:ext>
              </a:extLst>
            </p:cNvPr>
            <p:cNvCxnSpPr>
              <a:cxnSpLocks/>
            </p:cNvCxnSpPr>
            <p:nvPr/>
          </p:nvCxnSpPr>
          <p:spPr>
            <a:xfrm>
              <a:off x="5297608" y="3625039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8" name="Textfeld 507">
              <a:extLst>
                <a:ext uri="{FF2B5EF4-FFF2-40B4-BE49-F238E27FC236}">
                  <a16:creationId xmlns:a16="http://schemas.microsoft.com/office/drawing/2014/main" id="{F6D84C37-699D-500C-F36D-ECD7231CD95A}"/>
                </a:ext>
              </a:extLst>
            </p:cNvPr>
            <p:cNvSpPr txBox="1"/>
            <p:nvPr/>
          </p:nvSpPr>
          <p:spPr>
            <a:xfrm>
              <a:off x="178350" y="3839488"/>
              <a:ext cx="3307799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non-parametric tests </a:t>
              </a:r>
            </a:p>
          </p:txBody>
        </p:sp>
        <p:cxnSp>
          <p:nvCxnSpPr>
            <p:cNvPr id="511" name="Gerade Verbindung mit Pfeil 510">
              <a:extLst>
                <a:ext uri="{FF2B5EF4-FFF2-40B4-BE49-F238E27FC236}">
                  <a16:creationId xmlns:a16="http://schemas.microsoft.com/office/drawing/2014/main" id="{9840289F-EBDC-80F4-2B45-B5F2274BB5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38119" y="3540795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Textfeld 1">
              <a:extLst>
                <a:ext uri="{FF2B5EF4-FFF2-40B4-BE49-F238E27FC236}">
                  <a16:creationId xmlns:a16="http://schemas.microsoft.com/office/drawing/2014/main" id="{450570A0-E57C-AAA8-B3DD-EEE2B1F40B40}"/>
                </a:ext>
              </a:extLst>
            </p:cNvPr>
            <p:cNvSpPr txBox="1"/>
            <p:nvPr/>
          </p:nvSpPr>
          <p:spPr>
            <a:xfrm>
              <a:off x="9670431" y="1414319"/>
              <a:ext cx="1579378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non-parametric tests </a:t>
              </a:r>
            </a:p>
          </p:txBody>
        </p:sp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CD2FE70A-873E-9BDB-4484-ABD329E5F116}"/>
                </a:ext>
              </a:extLst>
            </p:cNvPr>
            <p:cNvGrpSpPr/>
            <p:nvPr/>
          </p:nvGrpSpPr>
          <p:grpSpPr>
            <a:xfrm>
              <a:off x="2931964" y="2905147"/>
              <a:ext cx="2437250" cy="446298"/>
              <a:chOff x="3378041" y="2876116"/>
              <a:chExt cx="1795871" cy="542165"/>
            </a:xfrm>
          </p:grpSpPr>
          <p:cxnSp>
            <p:nvCxnSpPr>
              <p:cNvPr id="5" name="Gerade Verbindung mit Pfeil 4">
                <a:extLst>
                  <a:ext uri="{FF2B5EF4-FFF2-40B4-BE49-F238E27FC236}">
                    <a16:creationId xmlns:a16="http://schemas.microsoft.com/office/drawing/2014/main" id="{60C7EA64-43D2-E52F-5375-EE5CCBFAB9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78041" y="2876116"/>
                <a:ext cx="890897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Gerade Verbindung mit Pfeil 5">
                <a:extLst>
                  <a:ext uri="{FF2B5EF4-FFF2-40B4-BE49-F238E27FC236}">
                    <a16:creationId xmlns:a16="http://schemas.microsoft.com/office/drawing/2014/main" id="{2C977085-9EC4-A380-30BE-3D9DD6E158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68938" y="2876116"/>
                <a:ext cx="904974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DDFFE7DA-DB88-38E7-33BE-4F281C3F126B}"/>
                </a:ext>
              </a:extLst>
            </p:cNvPr>
            <p:cNvGrpSpPr/>
            <p:nvPr/>
          </p:nvGrpSpPr>
          <p:grpSpPr>
            <a:xfrm>
              <a:off x="894117" y="4139948"/>
              <a:ext cx="1795871" cy="944792"/>
              <a:chOff x="3378041" y="2876116"/>
              <a:chExt cx="1795871" cy="542165"/>
            </a:xfrm>
          </p:grpSpPr>
          <p:cxnSp>
            <p:nvCxnSpPr>
              <p:cNvPr id="19" name="Gerade Verbindung mit Pfeil 18">
                <a:extLst>
                  <a:ext uri="{FF2B5EF4-FFF2-40B4-BE49-F238E27FC236}">
                    <a16:creationId xmlns:a16="http://schemas.microsoft.com/office/drawing/2014/main" id="{545CD492-C1A1-75D3-BE75-B9663E5A19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78041" y="2876116"/>
                <a:ext cx="890897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 Verbindung mit Pfeil 19">
                <a:extLst>
                  <a:ext uri="{FF2B5EF4-FFF2-40B4-BE49-F238E27FC236}">
                    <a16:creationId xmlns:a16="http://schemas.microsoft.com/office/drawing/2014/main" id="{94EC5588-4A68-7DDB-8F44-7146146680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68938" y="2876116"/>
                <a:ext cx="904974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5928205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483</Words>
  <Application>Microsoft Macintosh PowerPoint</Application>
  <PresentationFormat>Breitbild</PresentationFormat>
  <Paragraphs>106</Paragraphs>
  <Slides>3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10" baseType="lpstr">
      <vt:lpstr>Arial</vt:lpstr>
      <vt:lpstr>Calibri</vt:lpstr>
      <vt:lpstr>Calibri Light</vt:lpstr>
      <vt:lpstr>Cambria Math</vt:lpstr>
      <vt:lpstr>CMU Bright Roman</vt:lpstr>
      <vt:lpstr>Courier New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37</cp:revision>
  <dcterms:created xsi:type="dcterms:W3CDTF">2023-05-08T12:12:17Z</dcterms:created>
  <dcterms:modified xsi:type="dcterms:W3CDTF">2026-05-04T13:44:42Z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