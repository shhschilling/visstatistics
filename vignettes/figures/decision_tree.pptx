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8" r:id="rId2"/>
    <p:sldId id="269" r:id="rId3"/>
    <p:sldId id="270" r:id="rId4"/>
    <p:sldId id="272" r:id="rId5"/>
    <p:sldId id="271" r:id="rId6"/>
    <p:sldId id="275" r:id="rId7"/>
    <p:sldId id="27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74B000-A06F-7C40-91DD-D843A6B4800C}" v="124" dt="2026-08-05T15:03:01.5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721"/>
    <p:restoredTop sz="79398"/>
  </p:normalViewPr>
  <p:slideViewPr>
    <p:cSldViewPr snapToGrid="0" snapToObjects="1" showGuides="1">
      <p:cViewPr>
        <p:scale>
          <a:sx n="103" d="100"/>
          <a:sy n="103" d="100"/>
        </p:scale>
        <p:origin x="184" y="144"/>
      </p:cViewPr>
      <p:guideLst>
        <p:guide orient="horz" pos="2273"/>
        <p:guide pos="3817"/>
      </p:guideLst>
    </p:cSldViewPr>
  </p:slideViewPr>
  <p:notesTextViewPr>
    <p:cViewPr>
      <p:scale>
        <a:sx n="45" d="100"/>
        <a:sy n="4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8-05T15:03:17.474" v="2725" actId="14100"/>
      <pc:docMkLst>
        <pc:docMk/>
      </pc:docMkLst>
      <pc:sldChg chg="modSp mod">
        <pc:chgData name="Schilling Sabine HSLU W" userId="b0e2af5c-9187-4900-883a-c96514cd8e15" providerId="ADAL" clId="{5E51067F-94D7-505D-9735-0698788361AC}" dt="2026-07-06T13:37:54.817" v="2406" actId="21"/>
        <pc:sldMkLst>
          <pc:docMk/>
          <pc:sldMk cId="4141326625" sldId="268"/>
        </pc:sldMkLst>
        <pc:spChg chg="mod">
          <ac:chgData name="Schilling Sabine HSLU W" userId="b0e2af5c-9187-4900-883a-c96514cd8e15" providerId="ADAL" clId="{5E51067F-94D7-505D-9735-0698788361AC}" dt="2026-07-06T13:37:54.817" v="2406" actId="21"/>
          <ac:spMkLst>
            <pc:docMk/>
            <pc:sldMk cId="4141326625" sldId="268"/>
            <ac:spMk id="457" creationId="{E47FDE1A-B498-6B59-C66D-9D00864C40C7}"/>
          </ac:spMkLst>
        </pc:spChg>
      </pc:sldChg>
      <pc:sldChg chg="ord">
        <pc:chgData name="Schilling Sabine HSLU W" userId="b0e2af5c-9187-4900-883a-c96514cd8e15" providerId="ADAL" clId="{5E51067F-94D7-505D-9735-0698788361AC}" dt="2026-07-06T13:11:00.181" v="2038" actId="20578"/>
        <pc:sldMkLst>
          <pc:docMk/>
          <pc:sldMk cId="2240045113" sldId="269"/>
        </pc:sldMkLst>
      </pc:sldChg>
      <pc:sldChg chg="addSp delSp modSp add del mod">
        <pc:chgData name="Schilling Sabine HSLU W" userId="b0e2af5c-9187-4900-883a-c96514cd8e15" providerId="ADAL" clId="{5E51067F-94D7-505D-9735-0698788361AC}" dt="2026-07-06T13:27:48.919" v="2361" actId="1036"/>
        <pc:sldMkLst>
          <pc:docMk/>
          <pc:sldMk cId="4066975500" sldId="270"/>
        </pc:sldMkLst>
        <pc:spChg chg="mod">
          <ac:chgData name="Schilling Sabine HSLU W" userId="b0e2af5c-9187-4900-883a-c96514cd8e15" providerId="ADAL" clId="{5E51067F-94D7-505D-9735-0698788361AC}" dt="2026-07-06T13:00:18.640" v="1827" actId="1076"/>
          <ac:spMkLst>
            <pc:docMk/>
            <pc:sldMk cId="4066975500" sldId="270"/>
            <ac:spMk id="3" creationId="{63167D4C-E303-0430-37F5-5C02DEB4A131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7" creationId="{73BE9D48-0351-02DB-3684-C90E12A832A9}"/>
          </ac:spMkLst>
        </pc:spChg>
        <pc:spChg chg="mod">
          <ac:chgData name="Schilling Sabine HSLU W" userId="b0e2af5c-9187-4900-883a-c96514cd8e15" providerId="ADAL" clId="{5E51067F-94D7-505D-9735-0698788361AC}" dt="2026-07-06T13:23:18.030" v="2295" actId="14100"/>
          <ac:spMkLst>
            <pc:docMk/>
            <pc:sldMk cId="4066975500" sldId="270"/>
            <ac:spMk id="10" creationId="{DABE3D16-5491-92F2-9873-46BD09E4EFA1}"/>
          </ac:spMkLst>
        </pc:spChg>
        <pc:spChg chg="mod">
          <ac:chgData name="Schilling Sabine HSLU W" userId="b0e2af5c-9187-4900-883a-c96514cd8e15" providerId="ADAL" clId="{5E51067F-94D7-505D-9735-0698788361AC}" dt="2026-07-06T13:21:29.391" v="2289" actId="555"/>
          <ac:spMkLst>
            <pc:docMk/>
            <pc:sldMk cId="4066975500" sldId="270"/>
            <ac:spMk id="15" creationId="{7A5E6B1D-53A9-DB86-8A70-C06275AD2F22}"/>
          </ac:spMkLst>
        </pc:spChg>
        <pc:spChg chg="mod topLvl">
          <ac:chgData name="Schilling Sabine HSLU W" userId="b0e2af5c-9187-4900-883a-c96514cd8e15" providerId="ADAL" clId="{5E51067F-94D7-505D-9735-0698788361AC}" dt="2026-07-06T13:23:13.805" v="2294" actId="14100"/>
          <ac:spMkLst>
            <pc:docMk/>
            <pc:sldMk cId="4066975500" sldId="270"/>
            <ac:spMk id="18" creationId="{3FD8647F-E078-0605-44C4-35FB1D6A4C73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23" creationId="{6F8E7D27-FE3A-046B-09C5-8D3EFA0CA72E}"/>
          </ac:spMkLst>
        </pc:spChg>
        <pc:spChg chg="mod topLvl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27" creationId="{1DBDEACD-23FB-70B7-5D61-3B1C3DD36FE8}"/>
          </ac:spMkLst>
        </pc:spChg>
        <pc:spChg chg="mod">
          <ac:chgData name="Schilling Sabine HSLU W" userId="b0e2af5c-9187-4900-883a-c96514cd8e15" providerId="ADAL" clId="{5E51067F-94D7-505D-9735-0698788361AC}" dt="2026-07-06T13:18:56.373" v="2246" actId="1037"/>
          <ac:spMkLst>
            <pc:docMk/>
            <pc:sldMk cId="4066975500" sldId="270"/>
            <ac:spMk id="29" creationId="{ABF24697-6F2B-8923-5E29-E5BE3749051C}"/>
          </ac:spMkLst>
        </pc:spChg>
        <pc:spChg chg="mod">
          <ac:chgData name="Schilling Sabine HSLU W" userId="b0e2af5c-9187-4900-883a-c96514cd8e15" providerId="ADAL" clId="{5E51067F-94D7-505D-9735-0698788361AC}" dt="2026-07-06T13:19:05.743" v="2260" actId="1037"/>
          <ac:spMkLst>
            <pc:docMk/>
            <pc:sldMk cId="4066975500" sldId="270"/>
            <ac:spMk id="30" creationId="{7DD7FA17-1492-D51A-2E9D-17F2CB2BC5CA}"/>
          </ac:spMkLst>
        </pc:spChg>
        <pc:spChg chg="mod topLvl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31" creationId="{9FBA164C-92A9-025B-C04C-2906A05F3AFA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32" creationId="{B7A7A75D-327B-714B-65F6-7B08DC35FCAF}"/>
          </ac:spMkLst>
        </pc:spChg>
        <pc:spChg chg="mod">
          <ac:chgData name="Schilling Sabine HSLU W" userId="b0e2af5c-9187-4900-883a-c96514cd8e15" providerId="ADAL" clId="{5E51067F-94D7-505D-9735-0698788361AC}" dt="2026-07-06T13:21:29.391" v="2289" actId="555"/>
          <ac:spMkLst>
            <pc:docMk/>
            <pc:sldMk cId="4066975500" sldId="270"/>
            <ac:spMk id="39" creationId="{11097C08-2536-3064-96B1-60DB0E36F7EC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50" creationId="{2734C065-3366-54D7-1D7E-9DF7F0A0595F}"/>
          </ac:spMkLst>
        </pc:spChg>
        <pc:spChg chg="mod">
          <ac:chgData name="Schilling Sabine HSLU W" userId="b0e2af5c-9187-4900-883a-c96514cd8e15" providerId="ADAL" clId="{5E51067F-94D7-505D-9735-0698788361AC}" dt="2026-07-06T13:03:33.938" v="1894" actId="554"/>
          <ac:spMkLst>
            <pc:docMk/>
            <pc:sldMk cId="4066975500" sldId="270"/>
            <ac:spMk id="55" creationId="{F078C8FD-8C32-81A0-9361-20AD63286357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56" creationId="{F475F09D-C32A-CB80-E03C-C8D5FE44F924}"/>
          </ac:spMkLst>
        </pc:spChg>
        <pc:spChg chg="mod">
          <ac:chgData name="Schilling Sabine HSLU W" userId="b0e2af5c-9187-4900-883a-c96514cd8e15" providerId="ADAL" clId="{5E51067F-94D7-505D-9735-0698788361AC}" dt="2026-07-06T13:03:33.938" v="1894" actId="554"/>
          <ac:spMkLst>
            <pc:docMk/>
            <pc:sldMk cId="4066975500" sldId="270"/>
            <ac:spMk id="60" creationId="{A4C5E5E1-A03D-F8D7-AC15-C1EE79EFED19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61" creationId="{B609D4CB-8011-913E-EC22-3573E7C7194B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62" creationId="{218492A2-D7AF-9EE6-2560-28DB25770D39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82" creationId="{C86D8F60-ECE1-964F-88E6-77C36F065824}"/>
          </ac:spMkLst>
        </pc:spChg>
        <pc:spChg chg="mod topLvl">
          <ac:chgData name="Schilling Sabine HSLU W" userId="b0e2af5c-9187-4900-883a-c96514cd8e15" providerId="ADAL" clId="{5E51067F-94D7-505D-9735-0698788361AC}" dt="2026-07-06T13:19:29.107" v="2268" actId="1037"/>
          <ac:spMkLst>
            <pc:docMk/>
            <pc:sldMk cId="4066975500" sldId="270"/>
            <ac:spMk id="88" creationId="{4432E3DE-CA15-1E4E-E026-211320540E01}"/>
          </ac:spMkLst>
        </pc:spChg>
        <pc:spChg chg="mod">
          <ac:chgData name="Schilling Sabine HSLU W" userId="b0e2af5c-9187-4900-883a-c96514cd8e15" providerId="ADAL" clId="{5E51067F-94D7-505D-9735-0698788361AC}" dt="2026-07-06T12:55:58.943" v="1801" actId="1076"/>
          <ac:spMkLst>
            <pc:docMk/>
            <pc:sldMk cId="4066975500" sldId="270"/>
            <ac:spMk id="93" creationId="{5F6B7871-E8CD-9E0B-606F-BCFCEEE3EDFC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94" creationId="{BA6E15FF-7341-AEEB-4A25-5F5833BB1977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149" creationId="{B4F84E51-99DE-93CD-E32C-7A29DDACA7D9}"/>
          </ac:spMkLst>
        </pc:spChg>
        <pc:spChg chg="mod">
          <ac:chgData name="Schilling Sabine HSLU W" userId="b0e2af5c-9187-4900-883a-c96514cd8e15" providerId="ADAL" clId="{5E51067F-94D7-505D-9735-0698788361AC}" dt="2026-07-06T13:27:48.919" v="2361" actId="1036"/>
          <ac:spMkLst>
            <pc:docMk/>
            <pc:sldMk cId="4066975500" sldId="270"/>
            <ac:spMk id="160" creationId="{21B34C33-5978-9341-940E-98B260E2BD14}"/>
          </ac:spMkLst>
        </pc:spChg>
        <pc:spChg chg="mod topLvl">
          <ac:chgData name="Schilling Sabine HSLU W" userId="b0e2af5c-9187-4900-883a-c96514cd8e15" providerId="ADAL" clId="{5E51067F-94D7-505D-9735-0698788361AC}" dt="2026-07-06T13:21:08.412" v="2286" actId="14100"/>
          <ac:spMkLst>
            <pc:docMk/>
            <pc:sldMk cId="4066975500" sldId="270"/>
            <ac:spMk id="455" creationId="{F9FA7FEA-61CB-0346-0B1A-5649CB0CA0AA}"/>
          </ac:spMkLst>
        </pc:spChg>
        <pc:spChg chg="mod">
          <ac:chgData name="Schilling Sabine HSLU W" userId="b0e2af5c-9187-4900-883a-c96514cd8e15" providerId="ADAL" clId="{5E51067F-94D7-505D-9735-0698788361AC}" dt="2026-07-06T13:08:19.721" v="2036" actId="20577"/>
          <ac:spMkLst>
            <pc:docMk/>
            <pc:sldMk cId="4066975500" sldId="270"/>
            <ac:spMk id="457" creationId="{0B6D163A-F4BD-36A3-017D-68E5CFDE3C18}"/>
          </ac:spMkLst>
        </pc:spChg>
        <pc:spChg chg="mod">
          <ac:chgData name="Schilling Sabine HSLU W" userId="b0e2af5c-9187-4900-883a-c96514cd8e15" providerId="ADAL" clId="{5E51067F-94D7-505D-9735-0698788361AC}" dt="2026-07-06T13:23:26.178" v="2297" actId="14100"/>
          <ac:spMkLst>
            <pc:docMk/>
            <pc:sldMk cId="4066975500" sldId="270"/>
            <ac:spMk id="508" creationId="{B853FF1F-336E-A903-0DDA-56435FC626FF}"/>
          </ac:spMkLst>
        </pc:spChg>
        <pc:cxnChg chg="mod">
          <ac:chgData name="Schilling Sabine HSLU W" userId="b0e2af5c-9187-4900-883a-c96514cd8e15" providerId="ADAL" clId="{5E51067F-94D7-505D-9735-0698788361AC}" dt="2026-07-06T13:19:17.586" v="2265" actId="1037"/>
          <ac:cxnSpMkLst>
            <pc:docMk/>
            <pc:sldMk cId="4066975500" sldId="270"/>
            <ac:cxnSpMk id="12" creationId="{4AE16A95-53FB-572C-859E-35B1A8581FC0}"/>
          </ac:cxnSpMkLst>
        </pc:cxnChg>
        <pc:cxnChg chg="add mod">
          <ac:chgData name="Schilling Sabine HSLU W" userId="b0e2af5c-9187-4900-883a-c96514cd8e15" providerId="ADAL" clId="{5E51067F-94D7-505D-9735-0698788361AC}" dt="2026-07-06T13:13:04.499" v="2075" actId="1038"/>
          <ac:cxnSpMkLst>
            <pc:docMk/>
            <pc:sldMk cId="4066975500" sldId="270"/>
            <ac:cxnSpMk id="26" creationId="{284323BD-1358-332E-B7C9-B1750FC96090}"/>
          </ac:cxnSpMkLst>
        </pc:cxnChg>
        <pc:cxnChg chg="add mod">
          <ac:chgData name="Schilling Sabine HSLU W" userId="b0e2af5c-9187-4900-883a-c96514cd8e15" providerId="ADAL" clId="{5E51067F-94D7-505D-9735-0698788361AC}" dt="2026-07-06T13:13:04.499" v="2075" actId="1038"/>
          <ac:cxnSpMkLst>
            <pc:docMk/>
            <pc:sldMk cId="4066975500" sldId="270"/>
            <ac:cxnSpMk id="28" creationId="{29DFCCEA-AD68-8506-CE37-39DBEF880697}"/>
          </ac:cxnSpMkLst>
        </pc:cxnChg>
        <pc:cxnChg chg="add mod">
          <ac:chgData name="Schilling Sabine HSLU W" userId="b0e2af5c-9187-4900-883a-c96514cd8e15" providerId="ADAL" clId="{5E51067F-94D7-505D-9735-0698788361AC}" dt="2026-07-06T13:16:22.461" v="2178" actId="1038"/>
          <ac:cxnSpMkLst>
            <pc:docMk/>
            <pc:sldMk cId="4066975500" sldId="270"/>
            <ac:cxnSpMk id="79" creationId="{54381DE9-F0CA-40B6-3A3E-36694D10334E}"/>
          </ac:cxnSpMkLst>
        </pc:cxnChg>
        <pc:cxnChg chg="add mod">
          <ac:chgData name="Schilling Sabine HSLU W" userId="b0e2af5c-9187-4900-883a-c96514cd8e15" providerId="ADAL" clId="{5E51067F-94D7-505D-9735-0698788361AC}" dt="2026-07-06T13:16:22.461" v="2178" actId="1038"/>
          <ac:cxnSpMkLst>
            <pc:docMk/>
            <pc:sldMk cId="4066975500" sldId="270"/>
            <ac:cxnSpMk id="80" creationId="{BB4A8597-A034-3616-379F-08FB518E4D27}"/>
          </ac:cxnSpMkLst>
        </pc:cxnChg>
        <pc:cxnChg chg="mod">
          <ac:chgData name="Schilling Sabine HSLU W" userId="b0e2af5c-9187-4900-883a-c96514cd8e15" providerId="ADAL" clId="{5E51067F-94D7-505D-9735-0698788361AC}" dt="2026-07-06T13:27:02.742" v="2307" actId="14100"/>
          <ac:cxnSpMkLst>
            <pc:docMk/>
            <pc:sldMk cId="4066975500" sldId="270"/>
            <ac:cxnSpMk id="86" creationId="{49F582BE-6F59-84FA-B03D-A24E1F63E100}"/>
          </ac:cxnSpMkLst>
        </pc:cxnChg>
        <pc:cxnChg chg="add mod">
          <ac:chgData name="Schilling Sabine HSLU W" userId="b0e2af5c-9187-4900-883a-c96514cd8e15" providerId="ADAL" clId="{5E51067F-94D7-505D-9735-0698788361AC}" dt="2026-07-06T13:27:30.840" v="2348" actId="1038"/>
          <ac:cxnSpMkLst>
            <pc:docMk/>
            <pc:sldMk cId="4066975500" sldId="270"/>
            <ac:cxnSpMk id="89" creationId="{09DC3472-BF92-EB8C-4005-009C952487EC}"/>
          </ac:cxnSpMkLst>
        </pc:cxnChg>
        <pc:cxnChg chg="mod">
          <ac:chgData name="Schilling Sabine HSLU W" userId="b0e2af5c-9187-4900-883a-c96514cd8e15" providerId="ADAL" clId="{5E51067F-94D7-505D-9735-0698788361AC}" dt="2026-07-06T13:00:02.523" v="1825" actId="1076"/>
          <ac:cxnSpMkLst>
            <pc:docMk/>
            <pc:sldMk cId="4066975500" sldId="270"/>
            <ac:cxnSpMk id="448" creationId="{B446B163-7719-AF16-2AFE-1A48FC793775}"/>
          </ac:cxnSpMkLst>
        </pc:cxnChg>
        <pc:cxnChg chg="mod">
          <ac:chgData name="Schilling Sabine HSLU W" userId="b0e2af5c-9187-4900-883a-c96514cd8e15" providerId="ADAL" clId="{5E51067F-94D7-505D-9735-0698788361AC}" dt="2026-07-06T13:27:15.823" v="2321" actId="1038"/>
          <ac:cxnSpMkLst>
            <pc:docMk/>
            <pc:sldMk cId="4066975500" sldId="270"/>
            <ac:cxnSpMk id="458" creationId="{858DDD91-45E3-A697-41CA-9C7A6289B6C7}"/>
          </ac:cxnSpMkLst>
        </pc:cxnChg>
      </pc:sldChg>
      <pc:sldChg chg="modSp add mod">
        <pc:chgData name="Schilling Sabine HSLU W" userId="b0e2af5c-9187-4900-883a-c96514cd8e15" providerId="ADAL" clId="{5E51067F-94D7-505D-9735-0698788361AC}" dt="2026-07-06T14:42:56.950" v="2525"/>
        <pc:sldMkLst>
          <pc:docMk/>
          <pc:sldMk cId="3360875845" sldId="271"/>
        </pc:sldMkLst>
        <pc:spChg chg="mod">
          <ac:chgData name="Schilling Sabine HSLU W" userId="b0e2af5c-9187-4900-883a-c96514cd8e15" providerId="ADAL" clId="{5E51067F-94D7-505D-9735-0698788361AC}" dt="2026-07-06T13:36:49.815" v="2404" actId="1037"/>
          <ac:spMkLst>
            <pc:docMk/>
            <pc:sldMk cId="3360875845" sldId="271"/>
            <ac:spMk id="2" creationId="{8D98E067-3075-3870-B8DF-52D11FD2696E}"/>
          </ac:spMkLst>
        </pc:spChg>
        <pc:spChg chg="mod">
          <ac:chgData name="Schilling Sabine HSLU W" userId="b0e2af5c-9187-4900-883a-c96514cd8e15" providerId="ADAL" clId="{5E51067F-94D7-505D-9735-0698788361AC}" dt="2026-07-06T14:42:56.950" v="2525"/>
          <ac:spMkLst>
            <pc:docMk/>
            <pc:sldMk cId="3360875845" sldId="271"/>
            <ac:spMk id="15" creationId="{6F9A274A-4364-42EF-D7BB-FBE1C7E875D5}"/>
          </ac:spMkLst>
        </pc:spChg>
        <pc:spChg chg="mod">
          <ac:chgData name="Schilling Sabine HSLU W" userId="b0e2af5c-9187-4900-883a-c96514cd8e15" providerId="ADAL" clId="{5E51067F-94D7-505D-9735-0698788361AC}" dt="2026-07-06T14:41:38.515" v="2495" actId="20577"/>
          <ac:spMkLst>
            <pc:docMk/>
            <pc:sldMk cId="3360875845" sldId="271"/>
            <ac:spMk id="39" creationId="{7B03ABC8-29DA-FE4E-8948-84C63A26A3C6}"/>
          </ac:spMkLst>
        </pc:spChg>
        <pc:spChg chg="mod">
          <ac:chgData name="Schilling Sabine HSLU W" userId="b0e2af5c-9187-4900-883a-c96514cd8e15" providerId="ADAL" clId="{5E51067F-94D7-505D-9735-0698788361AC}" dt="2026-07-06T13:36:49.815" v="2404" actId="1037"/>
          <ac:spMkLst>
            <pc:docMk/>
            <pc:sldMk cId="3360875845" sldId="271"/>
            <ac:spMk id="453" creationId="{C4F73EED-7AED-429F-A2E6-784D80E58848}"/>
          </ac:spMkLst>
        </pc:spChg>
        <pc:spChg chg="mod">
          <ac:chgData name="Schilling Sabine HSLU W" userId="b0e2af5c-9187-4900-883a-c96514cd8e15" providerId="ADAL" clId="{5E51067F-94D7-505D-9735-0698788361AC}" dt="2026-07-06T13:36:42.739" v="2376" actId="1076"/>
          <ac:spMkLst>
            <pc:docMk/>
            <pc:sldMk cId="3360875845" sldId="271"/>
            <ac:spMk id="454" creationId="{49F0AD06-37C7-C4E5-FDEC-7465CEDDA89D}"/>
          </ac:spMkLst>
        </pc:spChg>
        <pc:spChg chg="mod">
          <ac:chgData name="Schilling Sabine HSLU W" userId="b0e2af5c-9187-4900-883a-c96514cd8e15" providerId="ADAL" clId="{5E51067F-94D7-505D-9735-0698788361AC}" dt="2026-07-06T13:36:34.739" v="2375" actId="1076"/>
          <ac:spMkLst>
            <pc:docMk/>
            <pc:sldMk cId="3360875845" sldId="271"/>
            <ac:spMk id="455" creationId="{EA72781A-A596-8C6C-BD76-EC7C4FBB6D71}"/>
          </ac:spMkLst>
        </pc:spChg>
        <pc:spChg chg="mod">
          <ac:chgData name="Schilling Sabine HSLU W" userId="b0e2af5c-9187-4900-883a-c96514cd8e15" providerId="ADAL" clId="{5E51067F-94D7-505D-9735-0698788361AC}" dt="2026-07-06T13:38:04.471" v="2427"/>
          <ac:spMkLst>
            <pc:docMk/>
            <pc:sldMk cId="3360875845" sldId="271"/>
            <ac:spMk id="457" creationId="{43D719B1-563F-AE92-2825-B97283B13437}"/>
          </ac:spMkLst>
        </pc:spChg>
      </pc:sldChg>
      <pc:sldChg chg="modSp add mod">
        <pc:chgData name="Schilling Sabine HSLU W" userId="b0e2af5c-9187-4900-883a-c96514cd8e15" providerId="ADAL" clId="{5E51067F-94D7-505D-9735-0698788361AC}" dt="2026-08-02T14:48:45.693" v="2589" actId="20577"/>
        <pc:sldMkLst>
          <pc:docMk/>
          <pc:sldMk cId="743801562" sldId="272"/>
        </pc:sldMkLst>
        <pc:spChg chg="mod">
          <ac:chgData name="Schilling Sabine HSLU W" userId="b0e2af5c-9187-4900-883a-c96514cd8e15" providerId="ADAL" clId="{5E51067F-94D7-505D-9735-0698788361AC}" dt="2026-08-02T14:48:45.693" v="2589" actId="20577"/>
          <ac:spMkLst>
            <pc:docMk/>
            <pc:sldMk cId="743801562" sldId="272"/>
            <ac:spMk id="15" creationId="{DC387780-E244-9D6C-AFA4-2CE93658C461}"/>
          </ac:spMkLst>
        </pc:spChg>
      </pc:sldChg>
      <pc:sldChg chg="addSp delSp modSp add del mod">
        <pc:chgData name="Schilling Sabine HSLU W" userId="b0e2af5c-9187-4900-883a-c96514cd8e15" providerId="ADAL" clId="{5E51067F-94D7-505D-9735-0698788361AC}" dt="2026-08-05T14:58:44.372" v="2691" actId="2696"/>
        <pc:sldMkLst>
          <pc:docMk/>
          <pc:sldMk cId="1217814475" sldId="273"/>
        </pc:sldMkLst>
        <pc:spChg chg="add mod">
          <ac:chgData name="Schilling Sabine HSLU W" userId="b0e2af5c-9187-4900-883a-c96514cd8e15" providerId="ADAL" clId="{5E51067F-94D7-505D-9735-0698788361AC}" dt="2026-08-05T14:03:27.979" v="2603"/>
          <ac:spMkLst>
            <pc:docMk/>
            <pc:sldMk cId="1217814475" sldId="273"/>
            <ac:spMk id="6" creationId="{A4449C2D-2BD2-6137-7250-C46C1E7FE589}"/>
          </ac:spMkLst>
        </pc:spChg>
        <pc:spChg chg="mod">
          <ac:chgData name="Schilling Sabine HSLU W" userId="b0e2af5c-9187-4900-883a-c96514cd8e15" providerId="ADAL" clId="{5E51067F-94D7-505D-9735-0698788361AC}" dt="2026-08-05T13:59:45.778" v="2595" actId="1076"/>
          <ac:spMkLst>
            <pc:docMk/>
            <pc:sldMk cId="1217814475" sldId="273"/>
            <ac:spMk id="10" creationId="{721A841A-5072-BAF1-2213-9BC7356B7F86}"/>
          </ac:spMkLst>
        </pc:spChg>
        <pc:spChg chg="mod">
          <ac:chgData name="Schilling Sabine HSLU W" userId="b0e2af5c-9187-4900-883a-c96514cd8e15" providerId="ADAL" clId="{5E51067F-94D7-505D-9735-0698788361AC}" dt="2026-08-05T14:00:19.121" v="2598" actId="1076"/>
          <ac:spMkLst>
            <pc:docMk/>
            <pc:sldMk cId="1217814475" sldId="273"/>
            <ac:spMk id="18" creationId="{B926B2A3-9240-4557-8CEB-CDD3B4859C05}"/>
          </ac:spMkLst>
        </pc:spChg>
        <pc:spChg chg="mod">
          <ac:chgData name="Schilling Sabine HSLU W" userId="b0e2af5c-9187-4900-883a-c96514cd8e15" providerId="ADAL" clId="{5E51067F-94D7-505D-9735-0698788361AC}" dt="2026-08-05T14:00:24.422" v="2600" actId="1076"/>
          <ac:spMkLst>
            <pc:docMk/>
            <pc:sldMk cId="1217814475" sldId="273"/>
            <ac:spMk id="88" creationId="{D7A5756F-BFD5-E08B-7231-88AF2D3FA04A}"/>
          </ac:spMkLst>
        </pc:spChg>
        <pc:spChg chg="mod">
          <ac:chgData name="Schilling Sabine HSLU W" userId="b0e2af5c-9187-4900-883a-c96514cd8e15" providerId="ADAL" clId="{5E51067F-94D7-505D-9735-0698788361AC}" dt="2026-08-05T14:02:53.035" v="2602" actId="1076"/>
          <ac:spMkLst>
            <pc:docMk/>
            <pc:sldMk cId="1217814475" sldId="273"/>
            <ac:spMk id="159" creationId="{09A4DAC1-1F4E-0946-886E-542C802A22EA}"/>
          </ac:spMkLst>
        </pc:spChg>
        <pc:spChg chg="mod">
          <ac:chgData name="Schilling Sabine HSLU W" userId="b0e2af5c-9187-4900-883a-c96514cd8e15" providerId="ADAL" clId="{5E51067F-94D7-505D-9735-0698788361AC}" dt="2026-08-05T14:00:02.561" v="2597" actId="1076"/>
          <ac:spMkLst>
            <pc:docMk/>
            <pc:sldMk cId="1217814475" sldId="273"/>
            <ac:spMk id="160" creationId="{34BFC138-8274-878D-FA47-C57871C2E902}"/>
          </ac:spMkLst>
        </pc:spChg>
        <pc:grpChg chg="mod">
          <ac:chgData name="Schilling Sabine HSLU W" userId="b0e2af5c-9187-4900-883a-c96514cd8e15" providerId="ADAL" clId="{5E51067F-94D7-505D-9735-0698788361AC}" dt="2026-08-05T14:03:32.179" v="2605" actId="1076"/>
          <ac:grpSpMkLst>
            <pc:docMk/>
            <pc:sldMk cId="1217814475" sldId="273"/>
            <ac:grpSpMk id="5" creationId="{6917DAFE-4134-B4B0-F1F6-312FF537B575}"/>
          </ac:grpSpMkLst>
        </pc:grpChg>
        <pc:cxnChg chg="mod">
          <ac:chgData name="Schilling Sabine HSLU W" userId="b0e2af5c-9187-4900-883a-c96514cd8e15" providerId="ADAL" clId="{5E51067F-94D7-505D-9735-0698788361AC}" dt="2026-08-05T14:00:19.121" v="2598" actId="1076"/>
          <ac:cxnSpMkLst>
            <pc:docMk/>
            <pc:sldMk cId="1217814475" sldId="273"/>
            <ac:cxnSpMk id="11" creationId="{7F819913-7BA7-32D1-4913-29C5B849CC10}"/>
          </ac:cxnSpMkLst>
        </pc:cxnChg>
        <pc:cxnChg chg="mod">
          <ac:chgData name="Schilling Sabine HSLU W" userId="b0e2af5c-9187-4900-883a-c96514cd8e15" providerId="ADAL" clId="{5E51067F-94D7-505D-9735-0698788361AC}" dt="2026-08-05T14:00:24.422" v="2600" actId="1076"/>
          <ac:cxnSpMkLst>
            <pc:docMk/>
            <pc:sldMk cId="1217814475" sldId="273"/>
            <ac:cxnSpMk id="13" creationId="{E6FAF1DB-1444-1E7D-C8A6-239593AB2A9B}"/>
          </ac:cxnSpMkLst>
        </pc:cxnChg>
        <pc:cxnChg chg="del">
          <ac:chgData name="Schilling Sabine HSLU W" userId="b0e2af5c-9187-4900-883a-c96514cd8e15" providerId="ADAL" clId="{5E51067F-94D7-505D-9735-0698788361AC}" dt="2026-08-05T14:00:26.937" v="2601" actId="478"/>
          <ac:cxnSpMkLst>
            <pc:docMk/>
            <pc:sldMk cId="1217814475" sldId="273"/>
            <ac:cxnSpMk id="458" creationId="{00489CD2-BACC-CA78-925E-0448AF196577}"/>
          </ac:cxnSpMkLst>
        </pc:cxnChg>
      </pc:sldChg>
      <pc:sldChg chg="modSp add mod">
        <pc:chgData name="Schilling Sabine HSLU W" userId="b0e2af5c-9187-4900-883a-c96514cd8e15" providerId="ADAL" clId="{5E51067F-94D7-505D-9735-0698788361AC}" dt="2026-08-05T15:03:17.474" v="2725" actId="14100"/>
        <pc:sldMkLst>
          <pc:docMk/>
          <pc:sldMk cId="1872816070" sldId="274"/>
        </pc:sldMkLst>
        <pc:spChg chg="mod">
          <ac:chgData name="Schilling Sabine HSLU W" userId="b0e2af5c-9187-4900-883a-c96514cd8e15" providerId="ADAL" clId="{5E51067F-94D7-505D-9735-0698788361AC}" dt="2026-08-05T15:02:13.753" v="2692" actId="108"/>
          <ac:spMkLst>
            <pc:docMk/>
            <pc:sldMk cId="1872816070" sldId="274"/>
            <ac:spMk id="10" creationId="{B4F88A01-6781-5904-A652-B12091D21F3E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5" creationId="{D09C337C-5BD6-7695-1124-3B21663DC499}"/>
          </ac:spMkLst>
        </pc:spChg>
        <pc:spChg chg="mod">
          <ac:chgData name="Schilling Sabine HSLU W" userId="b0e2af5c-9187-4900-883a-c96514cd8e15" providerId="ADAL" clId="{5E51067F-94D7-505D-9735-0698788361AC}" dt="2026-08-05T14:55:13.535" v="2675" actId="554"/>
          <ac:spMkLst>
            <pc:docMk/>
            <pc:sldMk cId="1872816070" sldId="274"/>
            <ac:spMk id="18" creationId="{A15FD95C-AD4A-3122-99F9-2334BE4468F1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25" creationId="{5CDF2517-3347-9596-58AB-BAEE6A600961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32" creationId="{8B02DC27-2AEE-33B8-2594-AC61927D4A00}"/>
          </ac:spMkLst>
        </pc:spChg>
        <pc:spChg chg="mod">
          <ac:chgData name="Schilling Sabine HSLU W" userId="b0e2af5c-9187-4900-883a-c96514cd8e15" providerId="ADAL" clId="{5E51067F-94D7-505D-9735-0698788361AC}" dt="2026-08-05T15:02:56.560" v="2709" actId="1035"/>
          <ac:spMkLst>
            <pc:docMk/>
            <pc:sldMk cId="1872816070" sldId="274"/>
            <ac:spMk id="39" creationId="{4819F473-9D5A-BC07-B8A0-D41CA5863BCC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50" creationId="{5845F1B0-FB11-6F50-1444-B7FD9BF745CE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88" creationId="{BB800D0D-A714-577C-D8EE-4FF5D816DE30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93" creationId="{551573E4-0F06-411F-FDE0-93795FB6E2ED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49" creationId="{E83C5C9D-B2D4-D6DE-9EF0-EC4AB483000F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59" creationId="{2B7F183B-1A00-439B-7A9F-31657A8190F9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60" creationId="{8254D93A-DCA5-6C72-47D6-22D0FB53A888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453" creationId="{0386FD2C-0360-5A4A-28D3-FA6CEB0E84F9}"/>
          </ac:spMkLst>
        </pc:spChg>
        <pc:cxnChg chg="mod">
          <ac:chgData name="Schilling Sabine HSLU W" userId="b0e2af5c-9187-4900-883a-c96514cd8e15" providerId="ADAL" clId="{5E51067F-94D7-505D-9735-0698788361AC}" dt="2026-08-05T15:03:17.474" v="2725" actId="14100"/>
          <ac:cxnSpMkLst>
            <pc:docMk/>
            <pc:sldMk cId="1872816070" sldId="274"/>
            <ac:cxnSpMk id="12" creationId="{C24D2140-54A2-5F39-0CD6-BD660F15E5F7}"/>
          </ac:cxnSpMkLst>
        </pc:cxnChg>
        <pc:cxnChg chg="mod">
          <ac:chgData name="Schilling Sabine HSLU W" userId="b0e2af5c-9187-4900-883a-c96514cd8e15" providerId="ADAL" clId="{5E51067F-94D7-505D-9735-0698788361AC}" dt="2026-08-05T15:02:50.862" v="2700" actId="1035"/>
          <ac:cxnSpMkLst>
            <pc:docMk/>
            <pc:sldMk cId="1872816070" sldId="274"/>
            <ac:cxnSpMk id="492" creationId="{8F1AB3DB-EB4F-135A-D1D0-A13DBF952EB8}"/>
          </ac:cxnSpMkLst>
        </pc:cxnChg>
        <pc:cxnChg chg="mod">
          <ac:chgData name="Schilling Sabine HSLU W" userId="b0e2af5c-9187-4900-883a-c96514cd8e15" providerId="ADAL" clId="{5E51067F-94D7-505D-9735-0698788361AC}" dt="2026-08-05T15:02:50.862" v="2700" actId="1035"/>
          <ac:cxnSpMkLst>
            <pc:docMk/>
            <pc:sldMk cId="1872816070" sldId="274"/>
            <ac:cxnSpMk id="493" creationId="{2AF0592A-8DCE-B774-86B0-827650A7C2F6}"/>
          </ac:cxnSpMkLst>
        </pc:cxnChg>
      </pc:sldChg>
      <pc:sldChg chg="modSp add mod ord">
        <pc:chgData name="Schilling Sabine HSLU W" userId="b0e2af5c-9187-4900-883a-c96514cd8e15" providerId="ADAL" clId="{5E51067F-94D7-505D-9735-0698788361AC}" dt="2026-08-05T14:55:33.083" v="2676" actId="20578"/>
        <pc:sldMkLst>
          <pc:docMk/>
          <pc:sldMk cId="3999169765" sldId="275"/>
        </pc:sldMkLst>
        <pc:spChg chg="mod">
          <ac:chgData name="Schilling Sabine HSLU W" userId="b0e2af5c-9187-4900-883a-c96514cd8e15" providerId="ADAL" clId="{5E51067F-94D7-505D-9735-0698788361AC}" dt="2026-08-05T14:52:48.404" v="2624" actId="108"/>
          <ac:spMkLst>
            <pc:docMk/>
            <pc:sldMk cId="3999169765" sldId="275"/>
            <ac:spMk id="10" creationId="{B03173ED-707C-1290-E65D-F23E87BC947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CB0B-0FB7-4BF9-9BF7-C942A91E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4D0570D-2AF5-0DC5-DE2C-1E482F605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5DB405-8C50-749A-C3CF-EE639F729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B510D6-E7AA-144E-0779-8A022B0CA9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0675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67767-0E9F-0E29-1931-ED647086F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839A8D-5007-673E-B7F7-9BCDE46E7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C92A3C5-A18E-7A9F-49BD-C19AAC562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30C283-BD24-703B-1593-F654E2E3C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321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F1F7-25A3-25D4-E9E6-19FF485A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B806A77-C202-D4A2-0F04-24984151D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0F4A0AF-85E1-0D98-86F7-F0A10E3AB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5DBDAF-7E96-FAE6-9C6C-42F7D5B3B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071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4456-B749-5650-3A91-CE318196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D2338B8-9D02-40DC-7251-D3E29C248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DE21725-EA5A-2636-2AC4-27783DDBC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E37A7C-6CB5-604F-85AD-C8E1FAF5D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5772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8E769-7BA4-51FE-6233-10EA1AA41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737061F-2F6B-D15C-0FB8-1D89EE059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F7C87D9-8FF0-1689-C392-EDC7403AA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288107-59B0-C91E-8FDD-CBF78CEDD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8711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1A2F-5E70-1721-5C7C-3083A5B01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C0135A-3B06-B6F5-8755-401662B6A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0E5C619-27C3-124E-2CC7-0E4143177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390B2E-F857-BAA0-2DE5-907DD31803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0993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05.08.26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10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0.png"/><Relationship Id="rId9" Type="http://schemas.openxmlformats.org/officeDocument/2006/relationships/image" Target="../media/image26.png"/><Relationship Id="rId1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8.png"/><Relationship Id="rId9" Type="http://schemas.openxmlformats.org/officeDocument/2006/relationships/image" Target="../media/image29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00EC0-CAB7-0213-2C5D-C0D92A4BD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A19C7CC-0E74-4E1A-32D7-CF034398AEC0}"/>
              </a:ext>
            </a:extLst>
          </p:cNvPr>
          <p:cNvGrpSpPr/>
          <p:nvPr/>
        </p:nvGrpSpPr>
        <p:grpSpPr>
          <a:xfrm>
            <a:off x="0" y="1673934"/>
            <a:ext cx="12251028" cy="4946413"/>
            <a:chOff x="168318" y="1153689"/>
            <a:chExt cx="12251028" cy="4871133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4382665-B195-C16C-247E-B03779CF5476}"/>
                </a:ext>
              </a:extLst>
            </p:cNvPr>
            <p:cNvGrpSpPr/>
            <p:nvPr/>
          </p:nvGrpSpPr>
          <p:grpSpPr>
            <a:xfrm>
              <a:off x="168318" y="1153689"/>
              <a:ext cx="12251028" cy="4871133"/>
              <a:chOff x="176103" y="1290852"/>
              <a:chExt cx="12251028" cy="4871133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A379680-15DE-9B30-D7C1-743679B01E4F}"/>
                  </a:ext>
                </a:extLst>
              </p:cNvPr>
              <p:cNvSpPr txBox="1"/>
              <p:nvPr/>
            </p:nvSpPr>
            <p:spPr>
              <a:xfrm>
                <a:off x="4844240" y="2341659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024A88CF-A28C-573D-1726-865D08AAB95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4625" indent="-174625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703" b="-8108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A04F549C-A396-D5FE-F865-2031B3EABF7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29371A3-9F78-53D2-DAD8-0217ABE7F6CC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B2A6270A-65FB-91F0-9A15-A5A4E606550B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126BA1AE-559C-7C26-D5AE-C0CD20F64548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65573D5-D5B0-664B-7597-8E8E00B6DA4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AC789E8-94DF-F1FD-3434-52BDF25615B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700C0E20-FA6C-6DD3-F876-6A17019CE20A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EA944143-686B-F519-96A2-E39E7442B9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5DCC617C-FB9A-B58A-8D0A-2ED1110F0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64D4C1E-79FD-5C09-DEBD-110DC43DD19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515D54C6-3B03-2E08-4597-56850FBD5013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0354C7B1-7B73-BC8C-4404-7511081D8459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/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/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6ACE126-697D-0B41-1BA2-A1EA7855D28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D9D54F0B-4993-B6D4-E6D3-7E1F33E4AE65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F1038796-4498-6897-113C-3272E4198AAE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4818EEB0-C92B-3973-5350-9528FBB0C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248D501-D621-B848-39AB-F07E26CDA6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6E288C-7E2D-6B5F-3237-7A5FC87C9BB3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84EB29-3E2B-2F14-53A1-5B7023B6BC50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4DBB9421-CD2B-E5A9-F56E-68A1564FE903}"/>
                  </a:ext>
                </a:extLst>
              </p:cNvPr>
              <p:cNvCxnSpPr>
                <a:cxnSpLocks/>
                <a:stCxn id="7" idx="2"/>
              </p:cNvCxnSpPr>
              <p:nvPr/>
            </p:nvCxnSpPr>
            <p:spPr>
              <a:xfrm>
                <a:off x="6273543" y="1752517"/>
                <a:ext cx="0" cy="5804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15A6D376-F389-050A-CF41-5FE657B018A9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081320F-5631-EBE6-01D3-10CF62FE051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117A74A3-630A-616A-7778-00F3E6040CA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1A8505A-F8C1-DC9F-5AA1-7D0C383720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5C5EA20D-9F45-6B9F-1A3E-3F3BD39B3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853AC6A4-06F3-8D30-99B8-2FF5C39B402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DA7EB805-3DC6-ABAC-59BE-76EF7A04A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2287986-0014-4EFE-106C-351A570025F4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C133328B-01B7-255D-2665-213B17976C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AA41B8A7-89D5-A429-5F32-9CB3C41C5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2E1E0CF2-A153-3438-85C1-45BF2699B401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27C1A27A-F44A-188F-52F6-9A1BEB91BF87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3F49D3D-7071-DA59-BB46-725FDE094266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ACD481C-2E24-026F-715D-051C65D4B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8787C151-1864-F9A9-0099-91280E23FBE8}"/>
                  </a:ext>
                </a:extLst>
              </p:cNvPr>
              <p:cNvSpPr txBox="1"/>
              <p:nvPr/>
            </p:nvSpPr>
            <p:spPr>
              <a:xfrm>
                <a:off x="371932" y="1518116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6710FC12-8826-3A8A-AA24-1024359314B8}"/>
                  </a:ext>
                </a:extLst>
              </p:cNvPr>
              <p:cNvSpPr txBox="1"/>
              <p:nvPr/>
            </p:nvSpPr>
            <p:spPr>
              <a:xfrm>
                <a:off x="306876" y="1315788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49CC2BB4-0C05-0EA8-72A9-E56FC455D346}"/>
                  </a:ext>
                </a:extLst>
              </p:cNvPr>
              <p:cNvSpPr/>
              <p:nvPr/>
            </p:nvSpPr>
            <p:spPr>
              <a:xfrm>
                <a:off x="264845" y="1290852"/>
                <a:ext cx="2562767" cy="14100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810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24DA0A73-0CBF-A371-9E15-F1B206E91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73975" y="3310805"/>
                <a:ext cx="0" cy="493567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2EEC853-B5F4-AE82-D557-70FF733A6474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85922C18-7522-3DBA-8402-02ACD6049518}"/>
                  </a:ext>
                </a:extLst>
              </p:cNvPr>
              <p:cNvSpPr txBox="1"/>
              <p:nvPr/>
            </p:nvSpPr>
            <p:spPr>
              <a:xfrm>
                <a:off x="393079" y="1855690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EE8327E2-56CB-2525-8B04-FBEE536121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ABD10961-0BA3-F1C9-B7E4-50571C2C9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7BC90F6C-398E-0CB2-8F49-450CE01E00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83D07BD-DBB7-BF05-743E-1A33C187F2CD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>
              <a:off x="2275224" y="2481495"/>
              <a:ext cx="3996032" cy="5243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6E1B742-1A65-889F-8AA9-69419B78C611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6271256" y="2486905"/>
              <a:ext cx="1167650" cy="43141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9" name="Gerade Verbindung mit Pfeil 498">
            <a:extLst>
              <a:ext uri="{FF2B5EF4-FFF2-40B4-BE49-F238E27FC236}">
                <a16:creationId xmlns:a16="http://schemas.microsoft.com/office/drawing/2014/main" id="{99CC29CC-80D9-57F3-374B-CF312A9FE5D2}"/>
              </a:ext>
            </a:extLst>
          </p:cNvPr>
          <p:cNvCxnSpPr>
            <a:cxnSpLocks/>
          </p:cNvCxnSpPr>
          <p:nvPr/>
        </p:nvCxnSpPr>
        <p:spPr>
          <a:xfrm>
            <a:off x="1672857" y="3698487"/>
            <a:ext cx="0" cy="4935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045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6B99F-5566-824D-D08A-8FF1BAB68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FD8647F-E078-0605-44C4-35FB1D6A4C73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21B34C33-5978-9341-940E-98B260E2BD14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/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blipFill>
                <a:blip r:embed="rId4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6F8E7D27-FE3A-046B-09C5-8D3EFA0CA72E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BDEACD-23FB-70B7-5D61-3B1C3DD36FE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9FBA164C-92A9-025B-C04C-2906A05F3AFA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B7A7A75D-327B-714B-65F6-7B08DC35FCAF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49F582BE-6F59-84FA-B03D-A24E1F63E10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5F6B7871-E8CD-9E0B-606F-BCFCEEE3EDFC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BA6E15FF-7341-AEEB-4A25-5F5833BB1977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734C065-3366-54D7-1D7E-9DF7F0A0595F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1E35F1A-E99B-6B7D-0141-7A3D5FE9141D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F84E51-99DE-93CD-E32C-7A29DDACA7D9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6D2EAA62-8498-DB8E-AE1D-D38E6742ABB2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7D675352-937C-7ED9-E4CD-77E61680A3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7193E94E-85D3-8AD2-48FD-7E585A0F06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F687D68F-264B-4DC2-E616-D990A29B56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CBE470CE-0371-B5AF-4E3F-EDB671859961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BEA87C1-D463-BA76-650A-6FB86B2CDB7A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63167D4C-E303-0430-37F5-5C02DEB4A131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ABE3D16-5491-92F2-9873-46BD09E4EFA1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AE16A95-53FB-572C-859E-35B1A8581FC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218492A2-D7AF-9EE6-2560-28DB25770D39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B446B163-7719-AF16-2AFE-1A48FC793775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D3641BD4-669E-61B9-FFE8-18737744D35F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1B5E716D-E7F6-106D-416B-7DC3E678CC5B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69CE55FD-3DE4-C110-A81A-0DF8A0CF24AE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F9FA7FEA-61CB-0346-0B1A-5649CB0CA0AA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858DDD91-45E3-A697-41CA-9C7A6289B6C7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B853FF1F-336E-A903-0DDA-56435FC626FF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2D667B6B-278B-E273-A553-E89EE40B2208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2E5E7A0A-00B6-38E3-EEE9-B10E3470B782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FE482950-5189-3631-BADE-A31E9AA47F71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C0CB969-7747-1536-ADDA-BF22FA41E5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5400308-0BDC-72E2-BDF3-94C7C0AEE5E4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AA75A99-AD4B-552B-C702-0D64FE683A9A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6C812CB-A3F2-1FE5-DA36-89AD1D6EDC7C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84323BD-1358-332E-B7C9-B1750FC96090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9DFCCEA-AD68-8506-CE37-39DBEF88069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54381DE9-F0CA-40B6-3A3E-36694D10334E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B4A8597-A034-3616-379F-08FB518E4D27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09DC3472-BF92-EB8C-4005-009C952487EC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975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1D6AE-EA65-3E36-53BC-7D0B62D4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0DB448A3-7AA4-3D31-479D-C7CEE4A25E0C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36A1D7F-E566-CA80-D303-80BC7FF465DA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352BD9-04AA-1130-4F04-E41058EA0E45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C387780-E244-9D6C-AFA4-2CE93658C461}"/>
                  </a:ext>
                </a:extLst>
              </p:cNvPr>
              <p:cNvSpPr txBox="1"/>
              <p:nvPr/>
            </p:nvSpPr>
            <p:spPr>
              <a:xfrm>
                <a:off x="7847413" y="2717301"/>
                <a:ext cx="2475243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≤ 4, </m:t>
                    </m:r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GB" sz="1200" i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for</m:t>
                    </m:r>
                    <m:r>
                      <m:rPr>
                        <m:nor/>
                      </m:rPr>
                      <a:rPr lang="en-GB" sz="1200" i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5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C387780-E244-9D6C-AFA4-2CE93658C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413" y="2717301"/>
                <a:ext cx="247524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10322047-170B-B3F7-5639-E89CF00E96D8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9C379D1-C697-73B2-9114-6E159D1D96F7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289C5377-6E8B-095F-C356-782D87F1556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8BFCD7A-11AD-6C9F-FCA2-C824F9F8D306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B9641BE2-A70F-176E-56DC-69B70B23C556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851DC86-DEE6-B5B8-E70D-7B4E8ED6EEA3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DA95773-088F-DFCC-6874-C502EEE8622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FBC6770D-F1FB-70FD-FF9B-423D9C85F1B6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979E81F-D050-8201-80CE-4D4773686ACC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0C41C367-BA52-A7A8-CD68-A0A08C5E9C0B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DD07BEAC-3139-DF33-F612-386EBCF01BBA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E5239910-78EA-81CE-F1D6-52E117B4375D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5B6B2598-8B2C-8BD6-4907-BE4211AC8FE3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78AAC9A-EC56-DCFE-A793-5B979ECC8F75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740CC818-543D-543D-2D51-E72E9B755203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01597CE4-568F-5C5C-662E-574785A025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16AB2918-4D40-AAE4-21A3-BFE7A69C0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C610367B-6899-EF2E-44A7-CB62AB72D59C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7523C01D-FC3A-A35F-613B-269681F03343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E571708-72D0-5B8B-3E23-83617C0B865C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651250A-2508-A0BB-9F8B-081CA73BB0C2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648B85-A8D9-78F0-28FF-679668161002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AC1F3-B7A3-4D10-8AE3-166D487763D8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9A7011-DCB8-F6DE-0930-46E791520C9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3F4510A1-97D5-64AE-9841-69848CC1F147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F03CCE5D-B477-E5F4-FD9B-3DA84B45E66B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D79FF747-363A-2433-41C7-04A67FF3BA61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C4D51760-E127-3CFF-3D1C-2BE0D03E5EBD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EBA70272-E925-8E65-3579-CB4913994791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81B1728-436C-CC39-3203-5260262881D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0250ACD6-FFD0-AB95-0139-0FA94EA5E5AB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A7BF4672-010F-8485-DB1C-3B486F3D268E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0178493F-4B69-6FF3-D1BC-2AD4DCB6D306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08956C91-19EA-44E9-7D7B-75A883E7F266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20EB0F9F-F49A-D418-3B74-4F560447F751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5BD8E70C-66BB-F691-0E51-301724099750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25E8BD7-7DF9-C1D6-99B3-52421AFBF06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68955CEF-98A6-377A-830B-E7485A3C8B25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FDBDD551-D5F8-0ABE-121E-813AC1AB1796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39A03C06-65B4-3E9E-D990-69EEA62260CC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7F463529-49AB-4ABF-6E11-BDDB5DE2BFF9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93DB64-E1A7-889E-3B79-A5107D5751FE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2F76A38D-2631-AEC3-0ADE-A5E7E5FC64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C4ADD97D-1D74-F479-514A-FDFA9303E58B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2B626E1-4083-5FF8-1C18-38C39B384923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7B2FA16-B73E-DFD4-DEF0-7DDD313F8F00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85E9705-3D63-C7FD-ABEF-4E5A11802277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DEC1A80-F4BC-C32C-BC6C-2AA70376CBE1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849341F7-DE33-BB97-1707-92E73F8C6758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7AD0A16-E730-0007-0C85-8D9506ABD348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65221AC6-9EC6-B346-ACF8-46D0F09DC9C4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3801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4C196-B989-66DA-B425-3005B7E7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BA8225A-44C5-6DFA-C510-BD9450184671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2C1AC74-D6EE-D8E8-D1E8-497E868873C3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/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≤4,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&gt;5  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ffor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EBECA91F-4A2A-3A0A-2C15-2F23554F3D8C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91D2D15-3480-31B0-672F-021CAD1107C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2F03D6A9-C95B-2927-B544-AAF1DD883FC1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223C496-E792-392B-F756-2D7D73965FB6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2D2B8C24-F2A1-D5E3-D8D2-B44DC8E8275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8120C59B-7516-B2C8-5CED-DE6E75B02E90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1CD2A5F-937C-7AFC-E3A8-F2A0BE745F29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4647919-3EF5-BA54-9965-F22383221F53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2FB97A05-24A8-76B1-026A-B6ED0F5E0D7A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DC2CE438-1704-E64B-6260-1287278DF5BB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3D2077E2-3B6C-C87F-507D-F584251DCB58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84D77F50-3AF0-545B-AFBA-8F27B56893EE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8B325057-8EA5-618F-36E9-B42F67F44F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3EDD755C-0997-B92F-B2DA-FBEDCA2525CE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29A8AD93-9526-0C6C-4A5A-AAE42CE7C6B9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D04FD685-92E3-FA90-132C-85FCAB66020D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0168CAB-10EF-CFA6-D58F-F16A264493F0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47AF96E-0D4F-F14C-38AD-6527DD5E41DE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𝑎𝑛𝑑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3CCB693-6CD8-F4F7-DABE-CAB72B38EA3C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E420DB4D-1256-2960-A896-07D08FE7BA51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97C5619C-9A9E-C2D8-81F5-E1BA1BBDFFA3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FAAD6681-A33B-7419-CB31-DBE254B2B399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C4F73EED-7AED-429F-A2E6-784D80E58848}"/>
              </a:ext>
            </a:extLst>
          </p:cNvPr>
          <p:cNvSpPr txBox="1"/>
          <p:nvPr/>
        </p:nvSpPr>
        <p:spPr>
          <a:xfrm>
            <a:off x="9732463" y="596552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49F0AD06-37C7-C4E5-FDEC-7465CEDDA89D}"/>
              </a:ext>
            </a:extLst>
          </p:cNvPr>
          <p:cNvSpPr txBox="1"/>
          <p:nvPr/>
        </p:nvSpPr>
        <p:spPr>
          <a:xfrm>
            <a:off x="9562721" y="254417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EA72781A-A596-8C6C-BD76-EC7C4FBB6D71}"/>
              </a:ext>
            </a:extLst>
          </p:cNvPr>
          <p:cNvSpPr/>
          <p:nvPr/>
        </p:nvSpPr>
        <p:spPr>
          <a:xfrm>
            <a:off x="9579782" y="235199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/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𝑛</m:t>
                        </m:r>
                      </m:e>
                      <m:sub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: </m:t>
                    </m:r>
                  </m:oMath>
                </a14:m>
                <a:r>
                  <a:rPr lang="en-GB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sample size of group/level</a:t>
                </a:r>
                <a14:m>
                  <m:oMath xmlns:m="http://schemas.openxmlformats.org/officeDocument/2006/math">
                    <m:r>
                      <a:rPr lang="en-US" sz="1200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t="-2703" b="-81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787D7FBB-E509-37A0-B60B-49227C6AD5F1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D41E17EA-23CE-431B-DFAC-AE51DBF76F19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857B610F-35CF-05CA-6B4A-7CA3A07073E7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98E067-3075-3870-B8DF-52D11FD2696E}"/>
              </a:ext>
            </a:extLst>
          </p:cNvPr>
          <p:cNvSpPr txBox="1"/>
          <p:nvPr/>
        </p:nvSpPr>
        <p:spPr>
          <a:xfrm>
            <a:off x="9753610" y="934126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D3F906A-E147-A58A-D12C-69059E6ED7D6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8D873214-29C5-8C48-4A5D-3F193CF24F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964B4E4-ACE5-B400-B05D-98BE4FFE6A27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3654F6F-2533-28CB-EE67-4E851A82AF70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C5B01B-4F21-4332-9914-F54272AB3673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8C3B5BB4-8FF0-BC8B-D1D6-96055A673C92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142267-FB48-CCD8-5BB0-B6BD6CCC6FF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03AB8276-0D05-DD12-93D0-9B7009B903C3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C668A46-7B65-B8E6-160B-28C73DEC3DA3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ED9FFABA-EBDA-6F94-DE37-2093C6F4F582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87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E0849-A612-A6F6-0343-3BB1A75DF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FE5C28C-2E99-60BE-1DCB-6139CD9D4894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FE690A99-3BAA-356B-DF04-5F64BA190653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32C54EA-0759-5A2F-6425-9BF64D54C85B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79BEEEF2-5283-8BBE-4EA6-D9E7E2A636AB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5662132-5B45-787F-D4AB-8C0570E66740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5CA6759B-6AEF-C695-8AC5-51E6524BDD67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9C5BECC5-6A6F-4E6A-29CB-5FE3746405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CFBC2E1-AFE7-0CB4-2758-BD085A78E146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73A2152-7A85-6031-2F51-873418F2F383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3C218B2-71E9-F9F0-B567-CF2703110C7E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7BECF16-5783-0CDE-694D-D6E05CBC4D1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F052EFF6-AF0D-95AE-2AB2-F75A4B3B6FAE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3A5AA5D5-88F3-2821-AADB-5C3AFB13F2B3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1ED2514-41C6-C17B-4BAF-A94942492A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62D03418-CE5A-B49D-6152-C298DEDE45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CA483C05-5A89-0402-CDD0-0618C0B4670B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2DE62F51-55BB-C8B8-430A-AABDF3ECF842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5C6F5953-DBD0-7772-3BCB-EF6084AFDC55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1C0535C-7BE5-EB9C-E7D0-96F661C2C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2E1D7137-D7A1-D6CB-1045-B359FFE3A9C1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787E1FED-FB4E-8D95-1823-CA37500017A0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616CF461-5740-C4E5-9BFE-1985087BD48C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87A30F87-6AEB-8F10-66E9-A2C3CA4B0A84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91B00BBE-FDEA-4A1A-14F4-CA69FE3455E4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3AA3A2B7-0570-854A-E6E1-0A3B73C6D8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B5BA29FA-3B4F-6006-E874-8350CA6D94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E9BCE6A3-DBC7-4D42-1379-21AF8EFD4F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E790185F-CA1F-6424-93A1-712044C80D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7F28D8FF-BB58-A8D5-5D61-2B55C1971C69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03173ED-707C-1290-E65D-F23E87BC947C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 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7DE71285-9022-0EA4-68CA-9596E922F0FF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EE26B26C-45DD-0FD9-C68D-76ED648499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36E98B60-0906-89F1-0721-B836421D8EAB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F9AB3EC5-6CCD-D9B4-8C3A-4E7B2695E184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340866A-670B-BCB4-E50F-EAC509422415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4AA2555C-27C0-BB15-4A01-55A43CA28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FED1B366-9329-5FE4-F687-1BB9803F71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E7C2F89B-4675-9FA2-38FC-0F7220FCE04B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AF1A683-7116-2100-5C6C-A07B148431B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8C6FD14-32A4-DB49-E87E-5EAEEB242365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ADB34B23-3891-3C63-5119-6AD0CFD29F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917256FC-A141-DA0D-32EC-8DF6FC34E2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35AEECEE-1797-63E1-8B55-7070340774E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69943B24-BFC2-B9DF-ABC0-05D7396C7E8A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E85D0B73-8438-45A0-3494-A67CD6F335D0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BF72368-D0CA-AC19-18A7-B1CFB7EAD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09CBFA40-7FDC-9640-EBF4-A104F7AA68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1BA9773B-4946-1035-F968-9907FC700A5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A07C2721-2F54-88D8-372B-D01F6E09DB92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6FFD3EFC-718E-BC1E-624B-FA531B2EDD7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0AE2E71A-2BA4-2049-EA85-9735AD203940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A3B53E7E-9868-EEF5-EA5B-62DF56A77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84F05DA5-6C97-6BF7-2B9A-0B717B318959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5DE54D37-F7FF-2C42-286E-D9139AD0AB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72C6108F-DDAE-81BA-3A76-9AFD81DD1E6A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B92C6880-08DB-6355-CFC7-53F544902E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72EB60D7-2A33-BFCD-235E-0D7D622D8A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B72D46E9-B8FB-3250-CB29-F04B3CC1C2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6FE7FB90-2E1A-AFF2-8BC7-10BFEAD732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DDE71BD-331A-6456-5ECC-1A46FD48CAC9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99169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61A0-C633-060C-1C56-D2F231A5D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E87A9333-92F3-777B-C937-45399B755F57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414ADD25-8E20-0E24-CB31-CACB6EB43522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15FD95C-AD4A-3122-99F9-2334BE4468F1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8254D93A-DCA5-6C72-47D6-22D0FB53A888}"/>
                  </a:ext>
                </a:extLst>
              </p:cNvPr>
              <p:cNvSpPr txBox="1"/>
              <p:nvPr/>
            </p:nvSpPr>
            <p:spPr>
              <a:xfrm>
                <a:off x="10617380" y="2530608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026562B7-CEAB-28E1-995E-DF3C8F3CF2C9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9C337C-5BD6-7695-1124-3B21663DC499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760593"/>
                    <a:ext cx="2865165" cy="461665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9C337C-5BD6-7695-1124-3B21663DC4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760593"/>
                    <a:ext cx="2865165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83A1108-E1BA-3D05-9334-D92E97DCAC27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985B5768-9B49-DF35-B676-BADCCC93F77A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C1DA1C08-A654-3B00-2E0D-E049BE176289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8557DF56-D3BC-67F1-B6B4-1C8E177DB97E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EC7DF59-64CC-9F66-F226-241984164FCD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8B02DC27-2AEE-33B8-2594-AC61927D4A0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97CF733E-A8B7-D5B4-D5CB-D025454B1998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55C1B0B7-6D1C-C4EB-E656-45707AD726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F2E245B-173D-ADED-5EB3-19EBE8F99D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551573E4-0F06-411F-FDE0-93795FB6E2E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6632ACB2-9FBB-BEE0-2DCD-6F5DB9A3DA10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5845F1B0-FB11-6F50-1444-B7FD9BF745CE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13011CEB-9AD4-A5A3-BB0C-577B7809EB31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BB800D0D-A714-577C-D8EE-4FF5D816DE30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07B5C3F1-43F5-1DF4-C62C-4BEED4B95A5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E83C5C9D-B2D4-D6DE-9EF0-EC4AB483000F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2B7F183B-1A00-439B-7A9F-31657A8190F9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27C5706D-31C6-5BB1-7679-5A56A2E9237A}"/>
                  </a:ext>
                </a:extLst>
              </p:cNvPr>
              <p:cNvGrpSpPr/>
              <p:nvPr/>
            </p:nvGrpSpPr>
            <p:grpSpPr>
              <a:xfrm>
                <a:off x="5074887" y="1197062"/>
                <a:ext cx="1874401" cy="542171"/>
                <a:chOff x="2682151" y="1460375"/>
                <a:chExt cx="1345445" cy="305403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8F1AB3DB-EB4F-135A-D1D0-A13DBF952E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460378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AF0592A-8DCE-B774-86B0-827650A7C2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46037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FE9C4F96-999A-8C8F-8847-41745470E7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DCA3AAA-13B8-BCCD-CE84-045E5F9B25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502615D-1F04-8A2A-A5F3-AA01E9392C0A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4F88A01-6781-5904-A652-B12091D21F3E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  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4819F473-9D5A-BC07-B8A0-D41CA5863BCC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2" y="1760592"/>
                    <a:ext cx="3331923" cy="461665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𝑎𝑛𝑑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≤4</m:t>
                        </m:r>
                      </m:oMath>
                    </a14:m>
                    <a:endParaRPr lang="en-US" sz="1200" b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𝑎𝑛𝑑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&gt;4</m:t>
                        </m:r>
                      </m:oMath>
                    </a14:m>
                    <a:endParaRPr lang="en-US" sz="1200" b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4819F473-9D5A-BC07-B8A0-D41CA5863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2" y="1760592"/>
                    <a:ext cx="3331923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7895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C24D2140-54A2-5F39-0CD6-BD660F15E5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295825"/>
                <a:ext cx="8446" cy="15294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6F4F9118-AA5E-B911-DD5C-EAFAAD05F695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CDF2517-3347-9596-58AB-BAEE6A600961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9218594-7FCC-4635-B1B1-27ABB2A2FE09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DE9D7E7-F891-7245-9358-3732E6EC6C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24C8378A-3553-43F8-6634-25B302FDD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EA8BD500-3BEC-725E-273B-3B6C6F5AFAA0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A1ECBE63-BBF1-CC51-3CEC-73F27146DB6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6AA37450-B15C-170C-B86C-E7554DEF5526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20E23813-5862-6F3E-3A4E-5AEF08541B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1B80D7D4-9B5B-414E-A410-74086C9008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EEA42792-6688-F9AB-89D1-9B3D91865FFA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D90DC612-0F7C-FC51-8B37-3C8FD03E681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12D47E50-B572-78DA-3CC2-916027405BD4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340CB3E9-5223-0903-17F9-75ED680F1C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15E8BA43-113F-3937-88A0-7E51A869F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0386FD2C-0360-5A4A-28D3-FA6CEB0E84F9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28B1F641-FF4D-ECB3-BEA2-39AA560EB3C2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BD76992D-104F-814C-3DC9-38B609A4D6B8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693A4CD9-BFBE-A337-DC21-8A922DFA4D2B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ED2F49ED-CF05-17CE-F5AE-829F642F27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25CF7279-F6AA-C8C5-E4AD-A871CF5B76F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E47715C9-A05E-7F9F-A536-7630D8DB64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D3C8A166-15BE-A91F-913E-ABB930E40C7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78863165-3BF6-E0B8-5FCC-B5F16EFD33BE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9A78FA3-6CCD-607E-9DB4-E7A25ED043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C143764-852F-7E93-8B84-C14E17179B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46CC04C-CF56-DD5D-92F2-98B4E1A617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37AA8953-8185-DA5A-D8A0-15E1D256271B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2816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1109</Words>
  <Application>Microsoft Macintosh PowerPoint</Application>
  <PresentationFormat>Breitbild</PresentationFormat>
  <Paragraphs>246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2026-08-05T15:03:20Z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