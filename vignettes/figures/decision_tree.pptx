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25" dt="2026-05-11T14:25:48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989"/>
    <p:restoredTop sz="79354"/>
  </p:normalViewPr>
  <p:slideViewPr>
    <p:cSldViewPr snapToGrid="0" snapToObjects="1" showGuides="1">
      <p:cViewPr>
        <p:scale>
          <a:sx n="124" d="100"/>
          <a:sy n="124" d="100"/>
        </p:scale>
        <p:origin x="-928" y="-1176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delSld modSld">
      <pc:chgData name="Schilling Sabine HSLU W" userId="b0e2af5c-9187-4900-883a-c96514cd8e15" providerId="ADAL" clId="{5E51067F-94D7-505D-9735-0698788361AC}" dt="2026-05-11T14:26:38.487" v="1144" actId="1035"/>
      <pc:docMkLst>
        <pc:docMk/>
      </pc:docMkLst>
      <pc:sldChg chg="del">
        <pc:chgData name="Schilling Sabine HSLU W" userId="b0e2af5c-9187-4900-883a-c96514cd8e15" providerId="ADAL" clId="{5E51067F-94D7-505D-9735-0698788361AC}" dt="2026-05-10T22:38:05.720" v="840" actId="2696"/>
        <pc:sldMkLst>
          <pc:docMk/>
          <pc:sldMk cId="2466277124" sldId="263"/>
        </pc:sldMkLst>
      </pc:sldChg>
      <pc:sldChg chg="addSp delSp modSp mod">
        <pc:chgData name="Schilling Sabine HSLU W" userId="b0e2af5c-9187-4900-883a-c96514cd8e15" providerId="ADAL" clId="{5E51067F-94D7-505D-9735-0698788361AC}" dt="2026-05-11T14:26:38.487" v="1144" actId="103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11T14:22:24.563" v="944" actId="103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grpChg chg="del mod">
          <ac:chgData name="Schilling Sabine HSLU W" userId="b0e2af5c-9187-4900-883a-c96514cd8e15" providerId="ADAL" clId="{5E51067F-94D7-505D-9735-0698788361AC}" dt="2026-05-11T14:25:19.410" v="1029" actId="478"/>
          <ac:grpSpMkLst>
            <pc:docMk/>
            <pc:sldMk cId="592820548" sldId="267"/>
            <ac:grpSpMk id="16" creationId="{CD2FE70A-873E-9BDB-4484-ABD329E5F116}"/>
          </ac:grpSpMkLst>
        </pc:grpChg>
        <pc:cxnChg chg="add mod">
          <ac:chgData name="Schilling Sabine HSLU W" userId="b0e2af5c-9187-4900-883a-c96514cd8e15" providerId="ADAL" clId="{5E51067F-94D7-505D-9735-0698788361AC}" dt="2026-05-11T14:25:35.385" v="1034" actId="1035"/>
          <ac:cxnSpMkLst>
            <pc:docMk/>
            <pc:sldMk cId="592820548" sldId="267"/>
            <ac:cxnSpMk id="8" creationId="{96A56585-F580-2E04-B9FB-A6D020C08064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del">
        <pc:chgData name="Schilling Sabine HSLU W" userId="b0e2af5c-9187-4900-883a-c96514cd8e15" providerId="ADAL" clId="{5E51067F-94D7-505D-9735-0698788361AC}" dt="2026-05-10T22:38:06.988" v="841" actId="2696"/>
        <pc:sldMkLst>
          <pc:docMk/>
          <pc:sldMk cId="1642863091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11.05.26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Macintosh PowerPoint</Application>
  <PresentationFormat>Breitbild</PresentationFormat>
  <Paragraphs>36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2026-05-11T14:26:47Z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