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7" r:id="rId2"/>
    <p:sldId id="269" r:id="rId3"/>
    <p:sldId id="26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41" dt="2026-05-23T08:52:42.4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16"/>
    <p:restoredTop sz="79364"/>
  </p:normalViewPr>
  <p:slideViewPr>
    <p:cSldViewPr snapToGrid="0" snapToObjects="1" showGuides="1">
      <p:cViewPr varScale="1">
        <p:scale>
          <a:sx n="87" d="100"/>
          <a:sy n="87" d="100"/>
        </p:scale>
        <p:origin x="400" y="192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5-24T21:11:43.892" v="1238" actId="20578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11T14:26:38.487" v="1144" actId="1035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11T14:23:21.664" v="955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11T14:23:54.199" v="961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11T14:22:24.563" v="944" actId="103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11T14:25:01.621" v="1011" actId="1037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1T14:13:30.970" v="850" actId="1038"/>
          <ac:grpSpMkLst>
            <pc:docMk/>
            <pc:sldMk cId="592820548" sldId="267"/>
            <ac:grpSpMk id="9" creationId="{187C39A3-A174-52AC-CD73-6D828A52F04A}"/>
          </ac:grpSpMkLst>
        </pc:grp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1" creationId="{49A3AE00-9BB2-C9E1-3306-F4DC55F07649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3" creationId="{8C20A78F-E4FB-C38A-458D-C8E8F7B160D2}"/>
          </ac:cxnSpMkLst>
        </pc:cxnChg>
        <pc:cxnChg chg="mod">
          <ac:chgData name="Schilling Sabine HSLU W" userId="b0e2af5c-9187-4900-883a-c96514cd8e15" providerId="ADAL" clId="{5E51067F-94D7-505D-9735-0698788361AC}" dt="2026-05-11T14:25:12.005" v="1028" actId="1038"/>
          <ac:cxnSpMkLst>
            <pc:docMk/>
            <pc:sldMk cId="592820548" sldId="267"/>
            <ac:cxnSpMk id="458" creationId="{FB594199-4842-336C-C6AB-F270575BA874}"/>
          </ac:cxnSpMkLst>
        </pc:cxnChg>
        <pc:cxnChg chg="mod">
          <ac:chgData name="Schilling Sabine HSLU W" userId="b0e2af5c-9187-4900-883a-c96514cd8e15" providerId="ADAL" clId="{5E51067F-94D7-505D-9735-0698788361AC}" dt="2026-05-11T14:22:01.503" v="886" actId="555"/>
          <ac:cxnSpMkLst>
            <pc:docMk/>
            <pc:sldMk cId="592820548" sldId="267"/>
            <ac:cxnSpMk id="511" creationId="{9840289F-EBDC-80F4-2B45-B5F2274BB560}"/>
          </ac:cxnSpMkLst>
        </pc:cxnChg>
      </pc:sldChg>
      <pc:sldChg chg="addSp modSp add mod modShow">
        <pc:chgData name="Schilling Sabine HSLU W" userId="b0e2af5c-9187-4900-883a-c96514cd8e15" providerId="ADAL" clId="{5E51067F-94D7-505D-9735-0698788361AC}" dt="2026-05-23T08:51:05.007" v="1207" actId="1076"/>
        <pc:sldMkLst>
          <pc:docMk/>
          <pc:sldMk cId="4141326625" sldId="268"/>
        </pc:sldMkLst>
        <pc:grpChg chg="add mod">
          <ac:chgData name="Schilling Sabine HSLU W" userId="b0e2af5c-9187-4900-883a-c96514cd8e15" providerId="ADAL" clId="{5E51067F-94D7-505D-9735-0698788361AC}" dt="2026-05-23T08:51:05.007" v="1207" actId="1076"/>
          <ac:grpSpMkLst>
            <pc:docMk/>
            <pc:sldMk cId="4141326625" sldId="268"/>
            <ac:grpSpMk id="5" creationId="{F0DF8AF3-4E85-7DF0-2FA6-A0B5C6F5D206}"/>
          </ac:grpSpMkLst>
        </pc:grpChg>
        <pc:grpChg chg="mod">
          <ac:chgData name="Schilling Sabine HSLU W" userId="b0e2af5c-9187-4900-883a-c96514cd8e15" providerId="ADAL" clId="{5E51067F-94D7-505D-9735-0698788361AC}" dt="2026-05-14T22:15:44.774" v="1203" actId="164"/>
          <ac:grpSpMkLst>
            <pc:docMk/>
            <pc:sldMk cId="4141326625" sldId="268"/>
            <ac:grpSpMk id="9" creationId="{187C39A3-A174-52AC-CD73-6D828A52F04A}"/>
          </ac:grpSpMkLst>
        </pc:grp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1" creationId="{49A3AE00-9BB2-C9E1-3306-F4DC55F07649}"/>
          </ac:cxnSpMkLst>
        </pc:cxn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3" creationId="{8C20A78F-E4FB-C38A-458D-C8E8F7B160D2}"/>
          </ac:cxnSpMkLst>
        </pc:cxnChg>
      </pc:sldChg>
      <pc:sldChg chg="modSp add mod ord">
        <pc:chgData name="Schilling Sabine HSLU W" userId="b0e2af5c-9187-4900-883a-c96514cd8e15" providerId="ADAL" clId="{5E51067F-94D7-505D-9735-0698788361AC}" dt="2026-05-24T21:11:43.892" v="1238" actId="20578"/>
        <pc:sldMkLst>
          <pc:docMk/>
          <pc:sldMk cId="3345926880" sldId="269"/>
        </pc:sldMkLst>
        <pc:spChg chg="mod">
          <ac:chgData name="Schilling Sabine HSLU W" userId="b0e2af5c-9187-4900-883a-c96514cd8e15" providerId="ADAL" clId="{5E51067F-94D7-505D-9735-0698788361AC}" dt="2026-05-23T08:51:42.117" v="1226" actId="20577"/>
          <ac:spMkLst>
            <pc:docMk/>
            <pc:sldMk cId="3345926880" sldId="269"/>
            <ac:spMk id="10" creationId="{A316AB4E-C05E-DDA9-3B2D-DBE138229AF9}"/>
          </ac:spMkLst>
        </pc:spChg>
        <pc:spChg chg="mod">
          <ac:chgData name="Schilling Sabine HSLU W" userId="b0e2af5c-9187-4900-883a-c96514cd8e15" providerId="ADAL" clId="{5E51067F-94D7-505D-9735-0698788361AC}" dt="2026-05-23T08:52:42.468" v="1237" actId="20577"/>
          <ac:spMkLst>
            <pc:docMk/>
            <pc:sldMk cId="3345926880" sldId="269"/>
            <ac:spMk id="29" creationId="{07F2305B-B685-39FF-438B-765F31C80308}"/>
          </ac:spMkLst>
        </pc:spChg>
        <pc:spChg chg="mod">
          <ac:chgData name="Schilling Sabine HSLU W" userId="b0e2af5c-9187-4900-883a-c96514cd8e15" providerId="ADAL" clId="{5E51067F-94D7-505D-9735-0698788361AC}" dt="2026-05-23T08:52:05.171" v="1235"/>
          <ac:spMkLst>
            <pc:docMk/>
            <pc:sldMk cId="3345926880" sldId="269"/>
            <ac:spMk id="30" creationId="{6997A078-AF6B-3AD4-2449-6BC8A5721CC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F4601-426C-3C4F-7DEB-99069BF4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5C88A0D-6B74-A734-D5A7-B36E3289B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4C66E-7F4E-4B57-E4ED-E083F65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8681E0-105B-9458-D9D5-6A42F6D9E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30974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90.png"/><Relationship Id="rId5" Type="http://schemas.openxmlformats.org/officeDocument/2006/relationships/image" Target="../media/image19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3998" y="288697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746479" y="242170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63445" y="242170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1CF95-CCB1-3667-AEBD-52E10BC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132BD50-9A18-8FAC-3612-DFEA8896F34A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51FCC66-ECC5-2ACF-3AEE-8AD57EBADE34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8CE291-9338-3D9F-B94B-AE1B2041E20D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C72723B7-EFB0-0253-B3B2-DBEBF581BDD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3A1208C-0205-FFF1-BEF6-7B80612864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EF8E1FD9-7129-4039-9934-4312E8FBDB7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45AA175C-EBA9-06A0-3E31-1085FFB65E2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8BFC58CA-7EC0-5A35-10C5-90408D9BD647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07F2305B-B685-39FF-438B-765F31C80308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07F2305B-B685-39FF-438B-765F31C803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997A078-AF6B-3AD4-2449-6BC8A5721C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sz="1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/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997A078-AF6B-3AD4-2449-6BC8A5721C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70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46AAD01-1EA0-FE23-5DDC-5864845CEC75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9A5B2364-9DD3-CCB2-0502-71571FAAA653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0DFF3915-0E6A-4771-D4E7-C740235A0A18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259D69A2-F90A-E6CB-665B-6A29029464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CDB667CC-7B6E-5B45-250B-DEE4BBCF4D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F46D421E-BEE8-C4DA-56B3-1192B39BD6B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3BF6AEC4-1F86-CF68-74D0-CC00F532C34C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3CA6BF0-B357-C8DA-A68A-198BA00CB7F5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E58E7005-46FF-73FB-5653-62F7E8589170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61979E00-D021-E110-2C87-FE5F6EF1F2D9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338789BD-D106-789E-1C25-F80A6BDA7316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3FB44F65-8456-A714-DBC9-5F66AE339337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D521B8A1-9BD5-3B23-F291-19D69BF920E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EEE027B3-640A-979A-4090-884BAFB9ED00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3A450474-0EF0-7696-75E7-7C8CB49F5C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329E7854-E0C9-46BC-88F9-C1ACCB377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90EBEBBB-E4E2-65BA-422F-58936D6A1F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8C0A5D5A-F442-9EA2-9EDF-3035F6D983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D2F8BB5-1869-88A6-AE61-1082F096FA78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316AB4E-C05E-DDA9-3B2D-DBE138229AF9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bartlett.test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E7356D9-97CA-3D51-6110-47EDD187F9AE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949DC55E-50A5-1433-074E-F06BE85104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EB870A2C-2035-4E37-862C-2164F6DFCC1F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1AB45B1-56AD-4881-D9A3-0ACB679C0F61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6CDE098F-0C3E-46AC-D3C6-B9B786BF449E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31782691-3973-5EF2-47A1-13F0F2237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0BE71A17-734B-E2F7-8B50-E637380075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24AE4BEE-E1FE-7966-F38C-4205337A23A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BC76F488-4342-7343-D85B-EEC121596F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C31CEFA0-F4ED-863B-8E72-2B8513B2D1A8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0DAB8BCF-14D5-3896-77B0-537E20FFF2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4403B30B-1C0A-B53F-C5BE-2BB8CE9425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648F9563-CA22-A4B7-C58C-0C14F88A3BB3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6FB9D93-6167-7353-4203-157BF8B1B42E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9C4C794-2AEF-E756-A7DB-2B3FE5B4B41C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52F9F17-D94C-39D9-547D-CBB4D1A67A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FEF57579-3FE0-EC54-9BE6-5CC7FA4EC8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619E0B4F-DD77-9AB6-1B73-50BE3B6CF254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7BBE5E01-EF7C-E831-2935-0EB557491441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63468EA2-D612-A4F5-89F4-7D79883F0644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BD4CDA0F-7955-8FA9-91C9-87482117F1AA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EEEC58EE-0CEB-D2E5-895E-C603B315E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07470635-7D9E-5842-5488-7B2E849DFBA3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8ED5E5D1-2F64-CB8A-8E50-F2E7F0EAC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31CF439-2B98-D6D5-CC59-1FF8005F6C86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A81C19BA-1472-EB3A-7A59-AD5D1D3B4BDF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6E7E9367-87AF-A107-4365-FA33F7625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6F78577B-37A9-44D8-2484-F721635766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0B9FDF0-4315-061B-C923-9A404CA747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8A81FCD-4B79-95C6-F4ED-9028F89FDF03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5926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482</Words>
  <Application>Microsoft Macintosh PowerPoint</Application>
  <PresentationFormat>Breitbild</PresentationFormat>
  <Paragraphs>108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2026-05-24T21:11:54Z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