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68" r:id="rId2"/>
    <p:sldId id="269" r:id="rId3"/>
    <p:sldId id="270" r:id="rId4"/>
    <p:sldId id="272" r:id="rId5"/>
    <p:sldId id="271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74B000-A06F-7C40-91DD-D843A6B4800C}" v="61" dt="2026-08-02T14:48:45.6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722"/>
    <p:restoredTop sz="79444"/>
  </p:normalViewPr>
  <p:slideViewPr>
    <p:cSldViewPr snapToGrid="0" snapToObjects="1" showGuides="1">
      <p:cViewPr>
        <p:scale>
          <a:sx n="117" d="100"/>
          <a:sy n="117" d="100"/>
        </p:scale>
        <p:origin x="-2672" y="-680"/>
      </p:cViewPr>
      <p:guideLst>
        <p:guide orient="horz" pos="2273"/>
        <p:guide pos="3817"/>
      </p:guideLst>
    </p:cSldViewPr>
  </p:slideViewPr>
  <p:notesTextViewPr>
    <p:cViewPr>
      <p:scale>
        <a:sx n="45" d="100"/>
        <a:sy n="4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 sldOrd">
      <pc:chgData name="Schilling Sabine HSLU W" userId="b0e2af5c-9187-4900-883a-c96514cd8e15" providerId="ADAL" clId="{5E51067F-94D7-505D-9735-0698788361AC}" dt="2026-08-02T14:48:45.693" v="2589" actId="20577"/>
      <pc:docMkLst>
        <pc:docMk/>
      </pc:docMkLst>
      <pc:sldChg chg="modSp mod">
        <pc:chgData name="Schilling Sabine HSLU W" userId="b0e2af5c-9187-4900-883a-c96514cd8e15" providerId="ADAL" clId="{5E51067F-94D7-505D-9735-0698788361AC}" dt="2026-07-06T13:37:54.817" v="2406" actId="21"/>
        <pc:sldMkLst>
          <pc:docMk/>
          <pc:sldMk cId="4141326625" sldId="268"/>
        </pc:sldMkLst>
        <pc:spChg chg="mod">
          <ac:chgData name="Schilling Sabine HSLU W" userId="b0e2af5c-9187-4900-883a-c96514cd8e15" providerId="ADAL" clId="{5E51067F-94D7-505D-9735-0698788361AC}" dt="2026-07-06T13:37:54.817" v="2406" actId="21"/>
          <ac:spMkLst>
            <pc:docMk/>
            <pc:sldMk cId="4141326625" sldId="268"/>
            <ac:spMk id="457" creationId="{E47FDE1A-B498-6B59-C66D-9D00864C40C7}"/>
          </ac:spMkLst>
        </pc:spChg>
      </pc:sldChg>
      <pc:sldChg chg="ord">
        <pc:chgData name="Schilling Sabine HSLU W" userId="b0e2af5c-9187-4900-883a-c96514cd8e15" providerId="ADAL" clId="{5E51067F-94D7-505D-9735-0698788361AC}" dt="2026-07-06T13:11:00.181" v="2038" actId="20578"/>
        <pc:sldMkLst>
          <pc:docMk/>
          <pc:sldMk cId="2240045113" sldId="269"/>
        </pc:sldMkLst>
      </pc:sldChg>
      <pc:sldChg chg="addSp delSp modSp add del mod">
        <pc:chgData name="Schilling Sabine HSLU W" userId="b0e2af5c-9187-4900-883a-c96514cd8e15" providerId="ADAL" clId="{5E51067F-94D7-505D-9735-0698788361AC}" dt="2026-07-06T13:27:48.919" v="2361" actId="1036"/>
        <pc:sldMkLst>
          <pc:docMk/>
          <pc:sldMk cId="4066975500" sldId="270"/>
        </pc:sldMkLst>
        <pc:spChg chg="mod">
          <ac:chgData name="Schilling Sabine HSLU W" userId="b0e2af5c-9187-4900-883a-c96514cd8e15" providerId="ADAL" clId="{5E51067F-94D7-505D-9735-0698788361AC}" dt="2026-07-06T13:00:18.640" v="1827" actId="1076"/>
          <ac:spMkLst>
            <pc:docMk/>
            <pc:sldMk cId="4066975500" sldId="270"/>
            <ac:spMk id="3" creationId="{63167D4C-E303-0430-37F5-5C02DEB4A131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7" creationId="{73BE9D48-0351-02DB-3684-C90E12A832A9}"/>
          </ac:spMkLst>
        </pc:spChg>
        <pc:spChg chg="mod">
          <ac:chgData name="Schilling Sabine HSLU W" userId="b0e2af5c-9187-4900-883a-c96514cd8e15" providerId="ADAL" clId="{5E51067F-94D7-505D-9735-0698788361AC}" dt="2026-07-06T13:23:18.030" v="2295" actId="14100"/>
          <ac:spMkLst>
            <pc:docMk/>
            <pc:sldMk cId="4066975500" sldId="270"/>
            <ac:spMk id="10" creationId="{DABE3D16-5491-92F2-9873-46BD09E4EFA1}"/>
          </ac:spMkLst>
        </pc:spChg>
        <pc:spChg chg="mod">
          <ac:chgData name="Schilling Sabine HSLU W" userId="b0e2af5c-9187-4900-883a-c96514cd8e15" providerId="ADAL" clId="{5E51067F-94D7-505D-9735-0698788361AC}" dt="2026-07-06T13:21:29.391" v="2289" actId="555"/>
          <ac:spMkLst>
            <pc:docMk/>
            <pc:sldMk cId="4066975500" sldId="270"/>
            <ac:spMk id="15" creationId="{7A5E6B1D-53A9-DB86-8A70-C06275AD2F22}"/>
          </ac:spMkLst>
        </pc:spChg>
        <pc:spChg chg="mod topLvl">
          <ac:chgData name="Schilling Sabine HSLU W" userId="b0e2af5c-9187-4900-883a-c96514cd8e15" providerId="ADAL" clId="{5E51067F-94D7-505D-9735-0698788361AC}" dt="2026-07-06T13:23:13.805" v="2294" actId="14100"/>
          <ac:spMkLst>
            <pc:docMk/>
            <pc:sldMk cId="4066975500" sldId="270"/>
            <ac:spMk id="18" creationId="{3FD8647F-E078-0605-44C4-35FB1D6A4C73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23" creationId="{6F8E7D27-FE3A-046B-09C5-8D3EFA0CA72E}"/>
          </ac:spMkLst>
        </pc:spChg>
        <pc:spChg chg="mod topLvl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27" creationId="{1DBDEACD-23FB-70B7-5D61-3B1C3DD36FE8}"/>
          </ac:spMkLst>
        </pc:spChg>
        <pc:spChg chg="mod">
          <ac:chgData name="Schilling Sabine HSLU W" userId="b0e2af5c-9187-4900-883a-c96514cd8e15" providerId="ADAL" clId="{5E51067F-94D7-505D-9735-0698788361AC}" dt="2026-07-06T13:18:56.373" v="2246" actId="1037"/>
          <ac:spMkLst>
            <pc:docMk/>
            <pc:sldMk cId="4066975500" sldId="270"/>
            <ac:spMk id="29" creationId="{ABF24697-6F2B-8923-5E29-E5BE3749051C}"/>
          </ac:spMkLst>
        </pc:spChg>
        <pc:spChg chg="mod">
          <ac:chgData name="Schilling Sabine HSLU W" userId="b0e2af5c-9187-4900-883a-c96514cd8e15" providerId="ADAL" clId="{5E51067F-94D7-505D-9735-0698788361AC}" dt="2026-07-06T13:19:05.743" v="2260" actId="1037"/>
          <ac:spMkLst>
            <pc:docMk/>
            <pc:sldMk cId="4066975500" sldId="270"/>
            <ac:spMk id="30" creationId="{7DD7FA17-1492-D51A-2E9D-17F2CB2BC5CA}"/>
          </ac:spMkLst>
        </pc:spChg>
        <pc:spChg chg="mod topLvl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31" creationId="{9FBA164C-92A9-025B-C04C-2906A05F3AFA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32" creationId="{B7A7A75D-327B-714B-65F6-7B08DC35FCAF}"/>
          </ac:spMkLst>
        </pc:spChg>
        <pc:spChg chg="mod">
          <ac:chgData name="Schilling Sabine HSLU W" userId="b0e2af5c-9187-4900-883a-c96514cd8e15" providerId="ADAL" clId="{5E51067F-94D7-505D-9735-0698788361AC}" dt="2026-07-06T13:21:29.391" v="2289" actId="555"/>
          <ac:spMkLst>
            <pc:docMk/>
            <pc:sldMk cId="4066975500" sldId="270"/>
            <ac:spMk id="39" creationId="{11097C08-2536-3064-96B1-60DB0E36F7EC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50" creationId="{2734C065-3366-54D7-1D7E-9DF7F0A0595F}"/>
          </ac:spMkLst>
        </pc:spChg>
        <pc:spChg chg="mod">
          <ac:chgData name="Schilling Sabine HSLU W" userId="b0e2af5c-9187-4900-883a-c96514cd8e15" providerId="ADAL" clId="{5E51067F-94D7-505D-9735-0698788361AC}" dt="2026-07-06T13:03:33.938" v="1894" actId="554"/>
          <ac:spMkLst>
            <pc:docMk/>
            <pc:sldMk cId="4066975500" sldId="270"/>
            <ac:spMk id="55" creationId="{F078C8FD-8C32-81A0-9361-20AD63286357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56" creationId="{F475F09D-C32A-CB80-E03C-C8D5FE44F924}"/>
          </ac:spMkLst>
        </pc:spChg>
        <pc:spChg chg="mod">
          <ac:chgData name="Schilling Sabine HSLU W" userId="b0e2af5c-9187-4900-883a-c96514cd8e15" providerId="ADAL" clId="{5E51067F-94D7-505D-9735-0698788361AC}" dt="2026-07-06T13:03:33.938" v="1894" actId="554"/>
          <ac:spMkLst>
            <pc:docMk/>
            <pc:sldMk cId="4066975500" sldId="270"/>
            <ac:spMk id="60" creationId="{A4C5E5E1-A03D-F8D7-AC15-C1EE79EFED19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61" creationId="{B609D4CB-8011-913E-EC22-3573E7C7194B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62" creationId="{218492A2-D7AF-9EE6-2560-28DB25770D39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82" creationId="{C86D8F60-ECE1-964F-88E6-77C36F065824}"/>
          </ac:spMkLst>
        </pc:spChg>
        <pc:spChg chg="mod topLvl">
          <ac:chgData name="Schilling Sabine HSLU W" userId="b0e2af5c-9187-4900-883a-c96514cd8e15" providerId="ADAL" clId="{5E51067F-94D7-505D-9735-0698788361AC}" dt="2026-07-06T13:19:29.107" v="2268" actId="1037"/>
          <ac:spMkLst>
            <pc:docMk/>
            <pc:sldMk cId="4066975500" sldId="270"/>
            <ac:spMk id="88" creationId="{4432E3DE-CA15-1E4E-E026-211320540E01}"/>
          </ac:spMkLst>
        </pc:spChg>
        <pc:spChg chg="mod">
          <ac:chgData name="Schilling Sabine HSLU W" userId="b0e2af5c-9187-4900-883a-c96514cd8e15" providerId="ADAL" clId="{5E51067F-94D7-505D-9735-0698788361AC}" dt="2026-07-06T12:55:58.943" v="1801" actId="1076"/>
          <ac:spMkLst>
            <pc:docMk/>
            <pc:sldMk cId="4066975500" sldId="270"/>
            <ac:spMk id="93" creationId="{5F6B7871-E8CD-9E0B-606F-BCFCEEE3EDFC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94" creationId="{BA6E15FF-7341-AEEB-4A25-5F5833BB1977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149" creationId="{B4F84E51-99DE-93CD-E32C-7A29DDACA7D9}"/>
          </ac:spMkLst>
        </pc:spChg>
        <pc:spChg chg="mod">
          <ac:chgData name="Schilling Sabine HSLU W" userId="b0e2af5c-9187-4900-883a-c96514cd8e15" providerId="ADAL" clId="{5E51067F-94D7-505D-9735-0698788361AC}" dt="2026-07-06T13:27:48.919" v="2361" actId="1036"/>
          <ac:spMkLst>
            <pc:docMk/>
            <pc:sldMk cId="4066975500" sldId="270"/>
            <ac:spMk id="160" creationId="{21B34C33-5978-9341-940E-98B260E2BD14}"/>
          </ac:spMkLst>
        </pc:spChg>
        <pc:spChg chg="mod topLvl">
          <ac:chgData name="Schilling Sabine HSLU W" userId="b0e2af5c-9187-4900-883a-c96514cd8e15" providerId="ADAL" clId="{5E51067F-94D7-505D-9735-0698788361AC}" dt="2026-07-06T13:21:08.412" v="2286" actId="14100"/>
          <ac:spMkLst>
            <pc:docMk/>
            <pc:sldMk cId="4066975500" sldId="270"/>
            <ac:spMk id="455" creationId="{F9FA7FEA-61CB-0346-0B1A-5649CB0CA0AA}"/>
          </ac:spMkLst>
        </pc:spChg>
        <pc:spChg chg="mod">
          <ac:chgData name="Schilling Sabine HSLU W" userId="b0e2af5c-9187-4900-883a-c96514cd8e15" providerId="ADAL" clId="{5E51067F-94D7-505D-9735-0698788361AC}" dt="2026-07-06T13:08:19.721" v="2036" actId="20577"/>
          <ac:spMkLst>
            <pc:docMk/>
            <pc:sldMk cId="4066975500" sldId="270"/>
            <ac:spMk id="457" creationId="{0B6D163A-F4BD-36A3-017D-68E5CFDE3C18}"/>
          </ac:spMkLst>
        </pc:spChg>
        <pc:spChg chg="mod">
          <ac:chgData name="Schilling Sabine HSLU W" userId="b0e2af5c-9187-4900-883a-c96514cd8e15" providerId="ADAL" clId="{5E51067F-94D7-505D-9735-0698788361AC}" dt="2026-07-06T13:23:26.178" v="2297" actId="14100"/>
          <ac:spMkLst>
            <pc:docMk/>
            <pc:sldMk cId="4066975500" sldId="270"/>
            <ac:spMk id="508" creationId="{B853FF1F-336E-A903-0DDA-56435FC626FF}"/>
          </ac:spMkLst>
        </pc:spChg>
        <pc:cxnChg chg="mod">
          <ac:chgData name="Schilling Sabine HSLU W" userId="b0e2af5c-9187-4900-883a-c96514cd8e15" providerId="ADAL" clId="{5E51067F-94D7-505D-9735-0698788361AC}" dt="2026-07-06T13:19:17.586" v="2265" actId="1037"/>
          <ac:cxnSpMkLst>
            <pc:docMk/>
            <pc:sldMk cId="4066975500" sldId="270"/>
            <ac:cxnSpMk id="12" creationId="{4AE16A95-53FB-572C-859E-35B1A8581FC0}"/>
          </ac:cxnSpMkLst>
        </pc:cxnChg>
        <pc:cxnChg chg="add mod">
          <ac:chgData name="Schilling Sabine HSLU W" userId="b0e2af5c-9187-4900-883a-c96514cd8e15" providerId="ADAL" clId="{5E51067F-94D7-505D-9735-0698788361AC}" dt="2026-07-06T13:13:04.499" v="2075" actId="1038"/>
          <ac:cxnSpMkLst>
            <pc:docMk/>
            <pc:sldMk cId="4066975500" sldId="270"/>
            <ac:cxnSpMk id="26" creationId="{284323BD-1358-332E-B7C9-B1750FC96090}"/>
          </ac:cxnSpMkLst>
        </pc:cxnChg>
        <pc:cxnChg chg="add mod">
          <ac:chgData name="Schilling Sabine HSLU W" userId="b0e2af5c-9187-4900-883a-c96514cd8e15" providerId="ADAL" clId="{5E51067F-94D7-505D-9735-0698788361AC}" dt="2026-07-06T13:13:04.499" v="2075" actId="1038"/>
          <ac:cxnSpMkLst>
            <pc:docMk/>
            <pc:sldMk cId="4066975500" sldId="270"/>
            <ac:cxnSpMk id="28" creationId="{29DFCCEA-AD68-8506-CE37-39DBEF880697}"/>
          </ac:cxnSpMkLst>
        </pc:cxnChg>
        <pc:cxnChg chg="add mod">
          <ac:chgData name="Schilling Sabine HSLU W" userId="b0e2af5c-9187-4900-883a-c96514cd8e15" providerId="ADAL" clId="{5E51067F-94D7-505D-9735-0698788361AC}" dt="2026-07-06T13:16:22.461" v="2178" actId="1038"/>
          <ac:cxnSpMkLst>
            <pc:docMk/>
            <pc:sldMk cId="4066975500" sldId="270"/>
            <ac:cxnSpMk id="79" creationId="{54381DE9-F0CA-40B6-3A3E-36694D10334E}"/>
          </ac:cxnSpMkLst>
        </pc:cxnChg>
        <pc:cxnChg chg="add mod">
          <ac:chgData name="Schilling Sabine HSLU W" userId="b0e2af5c-9187-4900-883a-c96514cd8e15" providerId="ADAL" clId="{5E51067F-94D7-505D-9735-0698788361AC}" dt="2026-07-06T13:16:22.461" v="2178" actId="1038"/>
          <ac:cxnSpMkLst>
            <pc:docMk/>
            <pc:sldMk cId="4066975500" sldId="270"/>
            <ac:cxnSpMk id="80" creationId="{BB4A8597-A034-3616-379F-08FB518E4D27}"/>
          </ac:cxnSpMkLst>
        </pc:cxnChg>
        <pc:cxnChg chg="mod">
          <ac:chgData name="Schilling Sabine HSLU W" userId="b0e2af5c-9187-4900-883a-c96514cd8e15" providerId="ADAL" clId="{5E51067F-94D7-505D-9735-0698788361AC}" dt="2026-07-06T13:27:02.742" v="2307" actId="14100"/>
          <ac:cxnSpMkLst>
            <pc:docMk/>
            <pc:sldMk cId="4066975500" sldId="270"/>
            <ac:cxnSpMk id="86" creationId="{49F582BE-6F59-84FA-B03D-A24E1F63E100}"/>
          </ac:cxnSpMkLst>
        </pc:cxnChg>
        <pc:cxnChg chg="add mod">
          <ac:chgData name="Schilling Sabine HSLU W" userId="b0e2af5c-9187-4900-883a-c96514cd8e15" providerId="ADAL" clId="{5E51067F-94D7-505D-9735-0698788361AC}" dt="2026-07-06T13:27:30.840" v="2348" actId="1038"/>
          <ac:cxnSpMkLst>
            <pc:docMk/>
            <pc:sldMk cId="4066975500" sldId="270"/>
            <ac:cxnSpMk id="89" creationId="{09DC3472-BF92-EB8C-4005-009C952487EC}"/>
          </ac:cxnSpMkLst>
        </pc:cxnChg>
        <pc:cxnChg chg="mod">
          <ac:chgData name="Schilling Sabine HSLU W" userId="b0e2af5c-9187-4900-883a-c96514cd8e15" providerId="ADAL" clId="{5E51067F-94D7-505D-9735-0698788361AC}" dt="2026-07-06T13:00:02.523" v="1825" actId="1076"/>
          <ac:cxnSpMkLst>
            <pc:docMk/>
            <pc:sldMk cId="4066975500" sldId="270"/>
            <ac:cxnSpMk id="448" creationId="{B446B163-7719-AF16-2AFE-1A48FC793775}"/>
          </ac:cxnSpMkLst>
        </pc:cxnChg>
        <pc:cxnChg chg="mod">
          <ac:chgData name="Schilling Sabine HSLU W" userId="b0e2af5c-9187-4900-883a-c96514cd8e15" providerId="ADAL" clId="{5E51067F-94D7-505D-9735-0698788361AC}" dt="2026-07-06T13:27:15.823" v="2321" actId="1038"/>
          <ac:cxnSpMkLst>
            <pc:docMk/>
            <pc:sldMk cId="4066975500" sldId="270"/>
            <ac:cxnSpMk id="458" creationId="{858DDD91-45E3-A697-41CA-9C7A6289B6C7}"/>
          </ac:cxnSpMkLst>
        </pc:cxnChg>
      </pc:sldChg>
      <pc:sldChg chg="modSp add mod">
        <pc:chgData name="Schilling Sabine HSLU W" userId="b0e2af5c-9187-4900-883a-c96514cd8e15" providerId="ADAL" clId="{5E51067F-94D7-505D-9735-0698788361AC}" dt="2026-07-06T14:42:56.950" v="2525"/>
        <pc:sldMkLst>
          <pc:docMk/>
          <pc:sldMk cId="3360875845" sldId="271"/>
        </pc:sldMkLst>
        <pc:spChg chg="mod">
          <ac:chgData name="Schilling Sabine HSLU W" userId="b0e2af5c-9187-4900-883a-c96514cd8e15" providerId="ADAL" clId="{5E51067F-94D7-505D-9735-0698788361AC}" dt="2026-07-06T13:36:49.815" v="2404" actId="1037"/>
          <ac:spMkLst>
            <pc:docMk/>
            <pc:sldMk cId="3360875845" sldId="271"/>
            <ac:spMk id="2" creationId="{8D98E067-3075-3870-B8DF-52D11FD2696E}"/>
          </ac:spMkLst>
        </pc:spChg>
        <pc:spChg chg="mod">
          <ac:chgData name="Schilling Sabine HSLU W" userId="b0e2af5c-9187-4900-883a-c96514cd8e15" providerId="ADAL" clId="{5E51067F-94D7-505D-9735-0698788361AC}" dt="2026-07-06T14:42:56.950" v="2525"/>
          <ac:spMkLst>
            <pc:docMk/>
            <pc:sldMk cId="3360875845" sldId="271"/>
            <ac:spMk id="15" creationId="{6F9A274A-4364-42EF-D7BB-FBE1C7E875D5}"/>
          </ac:spMkLst>
        </pc:spChg>
        <pc:spChg chg="mod">
          <ac:chgData name="Schilling Sabine HSLU W" userId="b0e2af5c-9187-4900-883a-c96514cd8e15" providerId="ADAL" clId="{5E51067F-94D7-505D-9735-0698788361AC}" dt="2026-07-06T14:41:38.515" v="2495" actId="20577"/>
          <ac:spMkLst>
            <pc:docMk/>
            <pc:sldMk cId="3360875845" sldId="271"/>
            <ac:spMk id="39" creationId="{7B03ABC8-29DA-FE4E-8948-84C63A26A3C6}"/>
          </ac:spMkLst>
        </pc:spChg>
        <pc:spChg chg="mod">
          <ac:chgData name="Schilling Sabine HSLU W" userId="b0e2af5c-9187-4900-883a-c96514cd8e15" providerId="ADAL" clId="{5E51067F-94D7-505D-9735-0698788361AC}" dt="2026-07-06T13:36:49.815" v="2404" actId="1037"/>
          <ac:spMkLst>
            <pc:docMk/>
            <pc:sldMk cId="3360875845" sldId="271"/>
            <ac:spMk id="453" creationId="{C4F73EED-7AED-429F-A2E6-784D80E58848}"/>
          </ac:spMkLst>
        </pc:spChg>
        <pc:spChg chg="mod">
          <ac:chgData name="Schilling Sabine HSLU W" userId="b0e2af5c-9187-4900-883a-c96514cd8e15" providerId="ADAL" clId="{5E51067F-94D7-505D-9735-0698788361AC}" dt="2026-07-06T13:36:42.739" v="2376" actId="1076"/>
          <ac:spMkLst>
            <pc:docMk/>
            <pc:sldMk cId="3360875845" sldId="271"/>
            <ac:spMk id="454" creationId="{49F0AD06-37C7-C4E5-FDEC-7465CEDDA89D}"/>
          </ac:spMkLst>
        </pc:spChg>
        <pc:spChg chg="mod">
          <ac:chgData name="Schilling Sabine HSLU W" userId="b0e2af5c-9187-4900-883a-c96514cd8e15" providerId="ADAL" clId="{5E51067F-94D7-505D-9735-0698788361AC}" dt="2026-07-06T13:36:34.739" v="2375" actId="1076"/>
          <ac:spMkLst>
            <pc:docMk/>
            <pc:sldMk cId="3360875845" sldId="271"/>
            <ac:spMk id="455" creationId="{EA72781A-A596-8C6C-BD76-EC7C4FBB6D71}"/>
          </ac:spMkLst>
        </pc:spChg>
        <pc:spChg chg="mod">
          <ac:chgData name="Schilling Sabine HSLU W" userId="b0e2af5c-9187-4900-883a-c96514cd8e15" providerId="ADAL" clId="{5E51067F-94D7-505D-9735-0698788361AC}" dt="2026-07-06T13:38:04.471" v="2427"/>
          <ac:spMkLst>
            <pc:docMk/>
            <pc:sldMk cId="3360875845" sldId="271"/>
            <ac:spMk id="457" creationId="{43D719B1-563F-AE92-2825-B97283B13437}"/>
          </ac:spMkLst>
        </pc:spChg>
      </pc:sldChg>
      <pc:sldChg chg="modSp add mod">
        <pc:chgData name="Schilling Sabine HSLU W" userId="b0e2af5c-9187-4900-883a-c96514cd8e15" providerId="ADAL" clId="{5E51067F-94D7-505D-9735-0698788361AC}" dt="2026-08-02T14:48:45.693" v="2589" actId="20577"/>
        <pc:sldMkLst>
          <pc:docMk/>
          <pc:sldMk cId="743801562" sldId="272"/>
        </pc:sldMkLst>
        <pc:spChg chg="mod">
          <ac:chgData name="Schilling Sabine HSLU W" userId="b0e2af5c-9187-4900-883a-c96514cd8e15" providerId="ADAL" clId="{5E51067F-94D7-505D-9735-0698788361AC}" dt="2026-08-02T14:48:45.693" v="2589" actId="20577"/>
          <ac:spMkLst>
            <pc:docMk/>
            <pc:sldMk cId="743801562" sldId="272"/>
            <ac:spMk id="15" creationId="{DC387780-E244-9D6C-AFA4-2CE93658C46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0CB0B-0FB7-4BF9-9BF7-C942A91E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4D0570D-2AF5-0DC5-DE2C-1E482F605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45DB405-8C50-749A-C3CF-EE639F729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B510D6-E7AA-144E-0779-8A022B0CA9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60675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67767-0E9F-0E29-1931-ED647086F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C839A8D-5007-673E-B7F7-9BCDE46E71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C92A3C5-A18E-7A9F-49BD-C19AAC5625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30C283-BD24-703B-1593-F654E2E3C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321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F1F7-25A3-25D4-E9E6-19FF485AD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B806A77-C202-D4A2-0F04-24984151D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0F4A0AF-85E1-0D98-86F7-F0A10E3AB1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5DBDAF-7E96-FAE6-9C6C-42F7D5B3B9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0718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E4456-B749-5650-3A91-CE3181967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D2338B8-9D02-40DC-7251-D3E29C248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DE21725-EA5A-2636-2AC4-27783DDBC5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E37A7C-6CB5-604F-85AD-C8E1FAF5DA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9577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02.08.26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10.png"/><Relationship Id="rId3" Type="http://schemas.openxmlformats.org/officeDocument/2006/relationships/image" Target="../media/image21.png"/><Relationship Id="rId7" Type="http://schemas.openxmlformats.org/officeDocument/2006/relationships/image" Target="../media/image3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14" Type="http://schemas.openxmlformats.org/officeDocument/2006/relationships/image" Target="../media/image1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23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23.png"/><Relationship Id="rId10" Type="http://schemas.openxmlformats.org/officeDocument/2006/relationships/image" Target="../media/image13.png"/><Relationship Id="rId4" Type="http://schemas.openxmlformats.org/officeDocument/2006/relationships/image" Target="../media/image25.png"/><Relationship Id="rId9" Type="http://schemas.openxmlformats.org/officeDocument/2006/relationships/image" Target="../media/image12.png"/><Relationship Id="rId1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23.png"/><Relationship Id="rId10" Type="http://schemas.openxmlformats.org/officeDocument/2006/relationships/image" Target="../media/image13.png"/><Relationship Id="rId4" Type="http://schemas.openxmlformats.org/officeDocument/2006/relationships/image" Target="../media/image250.png"/><Relationship Id="rId9" Type="http://schemas.openxmlformats.org/officeDocument/2006/relationships/image" Target="../media/image26.png"/><Relationship Id="rId1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0DF8AF3-4E85-7DF0-2FA6-A0B5C6F5D206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187C39A3-A174-52AC-CD73-6D828A52F04A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068FF5E1-F079-DF9D-FD7C-E268420CF978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69771035-549E-AC26-2C17-18F5675C2C77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EAA44F0D-CC8D-6089-131A-2E1FE6EFFBE2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BBD0A08-95D2-F972-F4D4-79B7324DC9BB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i="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E9381FD-69C7-430A-E209-F66858BC4F1A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274C6E35-BABE-7694-0978-CD95FB70192A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F60B4F5F-1A5A-6983-57F2-9A558C4A2A4B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7DB92D34-6BE9-8F72-335D-782116FA9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DA797C15-DD84-EA62-E689-E0352D91B0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4A3E3BE-C2F2-8A60-46BA-B43DEC661C8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9D6DD951-0BCF-B830-BA0E-BD736C52D67E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1BB6760B-CE33-E359-98D8-3A80AB6E2061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B76B0ED-5429-C912-842E-CDB7822669E7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19BD8C5-7449-CD5B-D48B-19A9044FB288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E123BC7C-F283-90C7-9FF1-57E54814808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C46745CE-C7B4-E504-43D7-3E24A8313AFE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C9EA7BC2-E403-97C7-5BD2-9F31E6AA3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2581601F-B896-CD09-F0EE-654B1B1B42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131015DD-CA84-ED99-C942-175FC34408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9444F9C2-945C-821C-AA18-6996A89459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176BE39-0DC3-4460-A1E3-B164CF21631E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96C0ED5-86FD-C69F-7040-AA1BEEA2F5DF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3058B38B-2ED7-9E1F-F998-9BF78ADED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C6503C36-7FD5-F491-6D2E-6C39315C218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07A7E073-1A96-35BA-9DCF-25FAEA9485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44FE817B-F0CA-DF20-CA68-5630D7BA93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49649FEE-F4D0-3CC0-B563-DD56D0D28311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4FFC3366-C9F6-DB2B-BE73-6C00D9BA03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5BF45602-2F67-4168-59E4-A3998969C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5CCF68E2-CE13-5735-609B-5C127D7431F9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AE475B88-AB1E-D266-5235-BF5F930BE9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9B9EE9F6-5702-287C-F8A2-654F20C07D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9D680ABF-B40E-64A8-8CA2-ADD967E39ABF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91CC0555-9927-4C62-300B-210270F9CD9D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3E5F604F-EE46-86FF-7411-4BCCBA43E137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FB594199-4842-336C-C6AB-F270575BA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6D84C37-699D-500C-F36D-ECD7231CD95A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9840289F-EBDC-80F4-2B45-B5F2274BB5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450570A0-E57C-AAA8-B3DD-EEE2B1F40B40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DDFFE7DA-DB88-38E7-33BE-4F281C3F126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545CD492-C1A1-75D3-BE75-B9663E5A19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94EC5588-4A68-7DDB-8F44-714614668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9A3AE00-9BB2-C9E1-3306-F4DC55F0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C20A78F-E4FB-C38A-458D-C8E8F7B160D2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326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00EC0-CAB7-0213-2C5D-C0D92A4BD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A19C7CC-0E74-4E1A-32D7-CF034398AEC0}"/>
              </a:ext>
            </a:extLst>
          </p:cNvPr>
          <p:cNvGrpSpPr/>
          <p:nvPr/>
        </p:nvGrpSpPr>
        <p:grpSpPr>
          <a:xfrm>
            <a:off x="0" y="1673934"/>
            <a:ext cx="12251028" cy="4946413"/>
            <a:chOff x="168318" y="1153689"/>
            <a:chExt cx="12251028" cy="4871133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74382665-B195-C16C-247E-B03779CF5476}"/>
                </a:ext>
              </a:extLst>
            </p:cNvPr>
            <p:cNvGrpSpPr/>
            <p:nvPr/>
          </p:nvGrpSpPr>
          <p:grpSpPr>
            <a:xfrm>
              <a:off x="168318" y="1153689"/>
              <a:ext cx="12251028" cy="4871133"/>
              <a:chOff x="176103" y="1290852"/>
              <a:chExt cx="12251028" cy="4871133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A379680-15DE-9B30-D7C1-743679B01E4F}"/>
                  </a:ext>
                </a:extLst>
              </p:cNvPr>
              <p:cNvSpPr txBox="1"/>
              <p:nvPr/>
            </p:nvSpPr>
            <p:spPr>
              <a:xfrm>
                <a:off x="4844240" y="2341659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024A88CF-A28C-573D-1726-865D08AAB953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DDAB994-3452-8483-B270-D28711166710}"/>
                      </a:ext>
                    </a:extLst>
                  </p:cNvPr>
                  <p:cNvSpPr txBox="1"/>
                  <p:nvPr/>
                </p:nvSpPr>
                <p:spPr>
                  <a:xfrm>
                    <a:off x="3476487" y="1290852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4625" indent="-174625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DDAB994-3452-8483-B270-D287111667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76487" y="1290852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2703" b="-8108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A04F549C-A396-D5FE-F865-2031B3EABF75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29371A3-9F78-53D2-DAD8-0217ABE7F6CC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B2A6270A-65FB-91F0-9A15-A5A4E606550B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126BA1AE-559C-7C26-D5AE-C0CD20F64548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i="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65573D5-D5B0-664B-7597-8E8E00B6DA42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EAC789E8-94DF-F1FD-3434-52BDF25615B0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700C0E20-FA6C-6DD3-F876-6A17019CE20A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EA944143-686B-F519-96A2-E39E7442B9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5DCC617C-FB9A-B58A-8D0A-2ED1110F08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64D4C1E-79FD-5C09-DEBD-110DC43DD19D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515D54C6-3B03-2E08-4597-56850FBD5013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0354C7B1-7B73-BC8C-4404-7511081D8459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8D6F2399-DF85-4CD4-9F2D-985C88A76A32}"/>
                      </a:ext>
                    </a:extLst>
                  </p:cNvPr>
                  <p:cNvSpPr txBox="1"/>
                  <p:nvPr/>
                </p:nvSpPr>
                <p:spPr>
                  <a:xfrm>
                    <a:off x="929604" y="3022468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8D6F2399-DF85-4CD4-9F2D-985C88A76A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9604" y="3022468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22DDEDF-F993-8D31-6D56-2CFD055A14BD}"/>
                      </a:ext>
                    </a:extLst>
                  </p:cNvPr>
                  <p:cNvSpPr txBox="1"/>
                  <p:nvPr/>
                </p:nvSpPr>
                <p:spPr>
                  <a:xfrm>
                    <a:off x="6543875" y="3055480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22DDEDF-F993-8D31-6D56-2CFD055A14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3875" y="3055480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6ACE126-697D-0B41-1BA2-A1EA7855D28F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D9D54F0B-4993-B6D4-E6D3-7E1F33E4AE65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F1038796-4498-6897-113C-3272E4198AAE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4818EEB0-C92B-3973-5350-9528FBB0C1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5248D501-D621-B848-39AB-F07E26CDA6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36E288C-7E2D-6B5F-3237-7A5FC87C9BB3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584EB29-3E2B-2F14-53A1-5B7023B6BC50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4DBB9421-CD2B-E5A9-F56E-68A1564FE903}"/>
                  </a:ext>
                </a:extLst>
              </p:cNvPr>
              <p:cNvCxnSpPr>
                <a:cxnSpLocks/>
                <a:stCxn id="7" idx="2"/>
              </p:cNvCxnSpPr>
              <p:nvPr/>
            </p:nvCxnSpPr>
            <p:spPr>
              <a:xfrm>
                <a:off x="6273543" y="1752517"/>
                <a:ext cx="0" cy="58048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15A6D376-F389-050A-CF41-5FE657B018A9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081320F-5631-EBE6-01D3-10CF62FE0517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117A74A3-630A-616A-7778-00F3E6040CA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C1A8505A-F8C1-DC9F-5AA1-7D0C383720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5C5EA20D-9F45-6B9F-1A3E-3F3BD39B3C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853AC6A4-06F3-8D30-99B8-2FF5C39B4023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DA7EB805-3DC6-ABAC-59BE-76EF7A04A3F8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A2287986-0014-4EFE-106C-351A570025F4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C133328B-01B7-255D-2665-213B17976C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AA41B8A7-89D5-A429-5F32-9CB3C41C58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2E1E0CF2-A153-3438-85C1-45BF2699B401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27C1A27A-F44A-188F-52F6-9A1BEB91BF87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A3F49D3D-7071-DA59-BB46-725FDE094266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8ACD481C-2E24-026F-715D-051C65D4B3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8787C151-1864-F9A9-0099-91280E23FBE8}"/>
                  </a:ext>
                </a:extLst>
              </p:cNvPr>
              <p:cNvSpPr txBox="1"/>
              <p:nvPr/>
            </p:nvSpPr>
            <p:spPr>
              <a:xfrm>
                <a:off x="371932" y="1518116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6710FC12-8826-3A8A-AA24-1024359314B8}"/>
                  </a:ext>
                </a:extLst>
              </p:cNvPr>
              <p:cNvSpPr txBox="1"/>
              <p:nvPr/>
            </p:nvSpPr>
            <p:spPr>
              <a:xfrm>
                <a:off x="306876" y="1315788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49CC2BB4-0C05-0EA8-72A9-E56FC455D346}"/>
                  </a:ext>
                </a:extLst>
              </p:cNvPr>
              <p:cNvSpPr/>
              <p:nvPr/>
            </p:nvSpPr>
            <p:spPr>
              <a:xfrm>
                <a:off x="264845" y="1290852"/>
                <a:ext cx="2562767" cy="14100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AE241776-F0C5-523F-4D7D-472302D0E677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5" y="2194101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AE241776-F0C5-523F-4D7D-472302D0E6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5" y="2194101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810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24DA0A73-0CBF-A371-9E15-F1B206E91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73975" y="3310805"/>
                <a:ext cx="0" cy="493567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2EEC853-B5F4-AE82-D557-70FF733A6474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85922C18-7522-3DBA-8402-02ACD6049518}"/>
                  </a:ext>
                </a:extLst>
              </p:cNvPr>
              <p:cNvSpPr txBox="1"/>
              <p:nvPr/>
            </p:nvSpPr>
            <p:spPr>
              <a:xfrm>
                <a:off x="393079" y="1855690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EE8327E2-56CB-2525-8B04-FBEE5361211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ABD10961-0BA3-F1C9-B7E4-50571C2C96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7BC90F6C-398E-0CB2-8F49-450CE01E00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83D07BD-DBB7-BF05-743E-1A33C187F2CD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>
              <a:off x="2275224" y="2481495"/>
              <a:ext cx="3996032" cy="5243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E6E1B742-1A65-889F-8AA9-69419B78C611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6271256" y="2486905"/>
              <a:ext cx="1167650" cy="43141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9" name="Gerade Verbindung mit Pfeil 498">
            <a:extLst>
              <a:ext uri="{FF2B5EF4-FFF2-40B4-BE49-F238E27FC236}">
                <a16:creationId xmlns:a16="http://schemas.microsoft.com/office/drawing/2014/main" id="{99CC29CC-80D9-57F3-374B-CF312A9FE5D2}"/>
              </a:ext>
            </a:extLst>
          </p:cNvPr>
          <p:cNvCxnSpPr>
            <a:cxnSpLocks/>
          </p:cNvCxnSpPr>
          <p:nvPr/>
        </p:nvCxnSpPr>
        <p:spPr>
          <a:xfrm>
            <a:off x="1672857" y="3698487"/>
            <a:ext cx="0" cy="49356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045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6B99F-5566-824D-D08A-8FF1BAB68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3FD8647F-E078-0605-44C4-35FB1D6A4C73}"/>
              </a:ext>
            </a:extLst>
          </p:cNvPr>
          <p:cNvSpPr txBox="1"/>
          <p:nvPr/>
        </p:nvSpPr>
        <p:spPr>
          <a:xfrm>
            <a:off x="42611" y="2674132"/>
            <a:ext cx="7585242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21B34C33-5978-9341-940E-98B260E2BD14}"/>
              </a:ext>
            </a:extLst>
          </p:cNvPr>
          <p:cNvSpPr txBox="1"/>
          <p:nvPr/>
        </p:nvSpPr>
        <p:spPr>
          <a:xfrm>
            <a:off x="10380804" y="2647254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3BE9D48-0351-02DB-3684-C90E12A832A9}"/>
                  </a:ext>
                </a:extLst>
              </p:cNvPr>
              <p:cNvSpPr txBox="1"/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3BE9D48-0351-02DB-3684-C90E12A83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7A5E6B1D-53A9-DB86-8A70-C06275AD2F22}"/>
                  </a:ext>
                </a:extLst>
              </p:cNvPr>
              <p:cNvSpPr txBox="1"/>
              <p:nvPr/>
            </p:nvSpPr>
            <p:spPr>
              <a:xfrm>
                <a:off x="7691715" y="2131608"/>
                <a:ext cx="1583657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pos m:val="top"/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ba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7A5E6B1D-53A9-DB86-8A70-C06275AD2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1715" y="2131608"/>
                <a:ext cx="1583657" cy="276999"/>
              </a:xfrm>
              <a:prstGeom prst="rect">
                <a:avLst/>
              </a:prstGeom>
              <a:blipFill>
                <a:blip r:embed="rId4"/>
                <a:stretch>
                  <a:fillRect b="-41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6F8E7D27-FE3A-046B-09C5-8D3EFA0CA72E}"/>
              </a:ext>
            </a:extLst>
          </p:cNvPr>
          <p:cNvSpPr txBox="1"/>
          <p:nvPr/>
        </p:nvSpPr>
        <p:spPr>
          <a:xfrm>
            <a:off x="271" y="5527765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BDEACD-23FB-70B7-5D61-3B1C3DD36FE8}"/>
              </a:ext>
            </a:extLst>
          </p:cNvPr>
          <p:cNvSpPr txBox="1"/>
          <p:nvPr/>
        </p:nvSpPr>
        <p:spPr>
          <a:xfrm>
            <a:off x="1516197" y="5527765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BF24697-6F2B-8923-5E29-E5BE3749051C}"/>
                  </a:ext>
                </a:extLst>
              </p:cNvPr>
              <p:cNvSpPr txBox="1"/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baseline="-2500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BF24697-6F2B-8923-5E29-E5BE37490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7DD7FA17-1492-D51A-2E9D-17F2CB2BC5CA}"/>
                  </a:ext>
                </a:extLst>
              </p:cNvPr>
              <p:cNvSpPr txBox="1"/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m:rPr>
                          <m:nor/>
                        </m:rPr>
                        <a:rPr lang="en-GB" sz="1200" i="0" dirty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b="0" i="0" dirty="0" smtClean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&lt;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7DD7FA17-1492-D51A-2E9D-17F2CB2BC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9FBA164C-92A9-025B-C04C-2906A05F3AFA}"/>
              </a:ext>
            </a:extLst>
          </p:cNvPr>
          <p:cNvSpPr txBox="1"/>
          <p:nvPr/>
        </p:nvSpPr>
        <p:spPr>
          <a:xfrm>
            <a:off x="8784848" y="5527765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B7A7A75D-327B-714B-65F6-7B08DC35FCAF}"/>
              </a:ext>
            </a:extLst>
          </p:cNvPr>
          <p:cNvSpPr txBox="1"/>
          <p:nvPr/>
        </p:nvSpPr>
        <p:spPr>
          <a:xfrm>
            <a:off x="6574198" y="5527765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49F582BE-6F59-84FA-B03D-A24E1F63E100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689588" y="4280426"/>
            <a:ext cx="2607786" cy="47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5F6B7871-E8CD-9E0B-606F-BCFCEEE3EDFC}"/>
              </a:ext>
            </a:extLst>
          </p:cNvPr>
          <p:cNvSpPr txBox="1"/>
          <p:nvPr/>
        </p:nvSpPr>
        <p:spPr>
          <a:xfrm>
            <a:off x="6558282" y="6064173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BA6E15FF-7341-AEEB-4A25-5F5833BB1977}"/>
              </a:ext>
            </a:extLst>
          </p:cNvPr>
          <p:cNvSpPr txBox="1"/>
          <p:nvPr/>
        </p:nvSpPr>
        <p:spPr>
          <a:xfrm>
            <a:off x="1495712" y="6064173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734C065-3366-54D7-1D7E-9DF7F0A0595F}"/>
              </a:ext>
            </a:extLst>
          </p:cNvPr>
          <p:cNvSpPr txBox="1"/>
          <p:nvPr/>
        </p:nvSpPr>
        <p:spPr>
          <a:xfrm>
            <a:off x="3978038" y="55277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C86D8F60-ECE1-964F-88E6-77C36F065824}"/>
                  </a:ext>
                </a:extLst>
              </p:cNvPr>
              <p:cNvSpPr txBox="1"/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C86D8F60-ECE1-964F-88E6-77C36F065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432E3DE-CA15-1E4E-E026-211320540E01}"/>
                  </a:ext>
                </a:extLst>
              </p:cNvPr>
              <p:cNvSpPr txBox="1"/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432E3DE-CA15-1E4E-E026-211320540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91E35F1A-E99B-6B7D-0141-7A3D5FE9141D}"/>
              </a:ext>
            </a:extLst>
          </p:cNvPr>
          <p:cNvSpPr txBox="1"/>
          <p:nvPr/>
        </p:nvSpPr>
        <p:spPr>
          <a:xfrm>
            <a:off x="10380803" y="6064173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F84E51-99DE-93CD-E32C-7A29DDACA7D9}"/>
              </a:ext>
            </a:extLst>
          </p:cNvPr>
          <p:cNvSpPr txBox="1"/>
          <p:nvPr/>
        </p:nvSpPr>
        <p:spPr>
          <a:xfrm>
            <a:off x="10380804" y="5527765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6D2EAA62-8498-DB8E-AE1D-D38E6742ABB2}"/>
              </a:ext>
            </a:extLst>
          </p:cNvPr>
          <p:cNvSpPr txBox="1"/>
          <p:nvPr/>
        </p:nvSpPr>
        <p:spPr>
          <a:xfrm>
            <a:off x="10380804" y="4028511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7D675352-937C-7ED9-E4CD-77E61680A310}"/>
              </a:ext>
            </a:extLst>
          </p:cNvPr>
          <p:cNvGrpSpPr/>
          <p:nvPr/>
        </p:nvGrpSpPr>
        <p:grpSpPr>
          <a:xfrm>
            <a:off x="4820415" y="1512380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7193E94E-85D3-8AD2-48FD-7E585A0F06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2151" y="1536945"/>
              <a:ext cx="66917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F687D68F-264B-4DC2-E616-D990A29B56E2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21" y="1536945"/>
              <a:ext cx="676275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CBE470CE-0371-B5AF-4E3F-EDB671859961}"/>
              </a:ext>
            </a:extLst>
          </p:cNvPr>
          <p:cNvCxnSpPr>
            <a:cxnSpLocks/>
          </p:cNvCxnSpPr>
          <p:nvPr/>
        </p:nvCxnSpPr>
        <p:spPr>
          <a:xfrm>
            <a:off x="974912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BBEA87C1-D463-BA76-650A-6FB86B2CDB7A}"/>
              </a:ext>
            </a:extLst>
          </p:cNvPr>
          <p:cNvCxnSpPr>
            <a:cxnSpLocks/>
          </p:cNvCxnSpPr>
          <p:nvPr/>
        </p:nvCxnSpPr>
        <p:spPr>
          <a:xfrm>
            <a:off x="268283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63167D4C-E303-0430-37F5-5C02DEB4A131}"/>
              </a:ext>
            </a:extLst>
          </p:cNvPr>
          <p:cNvSpPr txBox="1"/>
          <p:nvPr/>
        </p:nvSpPr>
        <p:spPr>
          <a:xfrm>
            <a:off x="8767370" y="6064173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ABE3D16-5491-92F2-9873-46BD09E4EFA1}"/>
              </a:ext>
            </a:extLst>
          </p:cNvPr>
          <p:cNvSpPr txBox="1"/>
          <p:nvPr/>
        </p:nvSpPr>
        <p:spPr>
          <a:xfrm>
            <a:off x="3751369" y="4003427"/>
            <a:ext cx="3876437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11097C08-2536-3064-96B1-60DB0E36F7EC}"/>
                  </a:ext>
                </a:extLst>
              </p:cNvPr>
              <p:cNvSpPr txBox="1"/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pos m:val="top"/>
                          <m:ctrlPr>
                            <a:rPr lang="en-US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ba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11097C08-2536-3064-96B1-60DB0E36F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blipFill>
                <a:blip r:embed="rId9"/>
                <a:stretch>
                  <a:fillRect b="-41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AE16A95-53FB-572C-859E-35B1A8581FC0}"/>
              </a:ext>
            </a:extLst>
          </p:cNvPr>
          <p:cNvCxnSpPr>
            <a:cxnSpLocks/>
          </p:cNvCxnSpPr>
          <p:nvPr/>
        </p:nvCxnSpPr>
        <p:spPr>
          <a:xfrm>
            <a:off x="9019370" y="2408607"/>
            <a:ext cx="21302" cy="2400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3EC1577-D252-1FED-E572-2EC237A45AD4}"/>
                  </a:ext>
                </a:extLst>
              </p:cNvPr>
              <p:cNvSpPr txBox="1"/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3EC1577-D252-1FED-E572-2EC237A45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93E32BCA-B9DE-A793-2F42-0628D092C390}"/>
                  </a:ext>
                </a:extLst>
              </p:cNvPr>
              <p:cNvSpPr txBox="1"/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93E32BCA-B9DE-A793-2F42-0628D092C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4167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F078C8FD-8C32-81A0-9361-20AD63286357}"/>
                  </a:ext>
                </a:extLst>
              </p:cNvPr>
              <p:cNvSpPr txBox="1"/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F078C8FD-8C32-81A0-9361-20AD6328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F475F09D-C32A-CB80-E03C-C8D5FE44F924}"/>
                  </a:ext>
                </a:extLst>
              </p:cNvPr>
              <p:cNvSpPr txBox="1"/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F475F09D-C32A-CB80-E03C-C8D5FE44F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A4C5E5E1-A03D-F8D7-AC15-C1EE79EFED19}"/>
                  </a:ext>
                </a:extLst>
              </p:cNvPr>
              <p:cNvSpPr txBox="1"/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A4C5E5E1-A03D-F8D7-AC15-C1EE79EFE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B609D4CB-8011-913E-EC22-3573E7C7194B}"/>
                  </a:ext>
                </a:extLst>
              </p:cNvPr>
              <p:cNvSpPr txBox="1"/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B609D4CB-8011-913E-EC22-3573E7C71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218492A2-D7AF-9EE6-2560-28DB25770D39}"/>
              </a:ext>
            </a:extLst>
          </p:cNvPr>
          <p:cNvSpPr txBox="1"/>
          <p:nvPr/>
        </p:nvSpPr>
        <p:spPr>
          <a:xfrm>
            <a:off x="7691715" y="5527765"/>
            <a:ext cx="1040386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B446B163-7719-AF16-2AFE-1A48FC793775}"/>
              </a:ext>
            </a:extLst>
          </p:cNvPr>
          <p:cNvCxnSpPr>
            <a:cxnSpLocks/>
          </p:cNvCxnSpPr>
          <p:nvPr/>
        </p:nvCxnSpPr>
        <p:spPr>
          <a:xfrm>
            <a:off x="7095144" y="5865147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D3641BD4-669E-61B9-FFE8-18737744D35F}"/>
              </a:ext>
            </a:extLst>
          </p:cNvPr>
          <p:cNvCxnSpPr>
            <a:cxnSpLocks/>
          </p:cNvCxnSpPr>
          <p:nvPr/>
        </p:nvCxnSpPr>
        <p:spPr>
          <a:xfrm>
            <a:off x="4063971" y="2439160"/>
            <a:ext cx="0" cy="2405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1B5E716D-E7F6-106D-416B-7DC3E678CC5B}"/>
              </a:ext>
            </a:extLst>
          </p:cNvPr>
          <p:cNvSpPr txBox="1"/>
          <p:nvPr/>
        </p:nvSpPr>
        <p:spPr>
          <a:xfrm>
            <a:off x="9471205" y="1200711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69CE55FD-3DE4-C110-A81A-0DF8A0CF24AE}"/>
              </a:ext>
            </a:extLst>
          </p:cNvPr>
          <p:cNvSpPr txBox="1"/>
          <p:nvPr/>
        </p:nvSpPr>
        <p:spPr>
          <a:xfrm>
            <a:off x="9384461" y="923292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F9FA7FEA-61CB-0346-0B1A-5649CB0CA0AA}"/>
              </a:ext>
            </a:extLst>
          </p:cNvPr>
          <p:cNvSpPr/>
          <p:nvPr/>
        </p:nvSpPr>
        <p:spPr>
          <a:xfrm>
            <a:off x="9431068" y="875403"/>
            <a:ext cx="2481929" cy="146295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0B6D163A-F4BD-36A3-017D-68E5CFDE3C18}"/>
                  </a:ext>
                </a:extLst>
              </p:cNvPr>
              <p:cNvSpPr txBox="1"/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br>
                  <a:rPr lang="en-US" sz="1200" i="1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</a:b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</m:oMath>
                </a14:m>
                <a:r>
                  <a:rPr lang="en-US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: </a:t>
                </a:r>
                <a:r>
                  <a:rPr lang="en-GB" sz="1200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mean sample size </a:t>
                </a:r>
              </a:p>
            </p:txBody>
          </p:sp>
        </mc:Choice>
        <mc:Fallback xmlns="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0B6D163A-F4BD-36A3-017D-68E5CFDE3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858DDD91-45E3-A697-41CA-9C7A6289B6C7}"/>
              </a:ext>
            </a:extLst>
          </p:cNvPr>
          <p:cNvCxnSpPr>
            <a:cxnSpLocks/>
          </p:cNvCxnSpPr>
          <p:nvPr/>
        </p:nvCxnSpPr>
        <p:spPr>
          <a:xfrm>
            <a:off x="5672551" y="3717982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B853FF1F-336E-A903-0DDA-56435FC626FF}"/>
              </a:ext>
            </a:extLst>
          </p:cNvPr>
          <p:cNvSpPr txBox="1"/>
          <p:nvPr/>
        </p:nvSpPr>
        <p:spPr>
          <a:xfrm>
            <a:off x="42610" y="3986915"/>
            <a:ext cx="3365851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2D667B6B-278B-E273-A553-E89EE40B2208}"/>
              </a:ext>
            </a:extLst>
          </p:cNvPr>
          <p:cNvCxnSpPr>
            <a:cxnSpLocks/>
          </p:cNvCxnSpPr>
          <p:nvPr/>
        </p:nvCxnSpPr>
        <p:spPr>
          <a:xfrm flipH="1">
            <a:off x="2160040" y="3756865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2E5E7A0A-00B6-38E3-EEE9-B10E3470B782}"/>
              </a:ext>
            </a:extLst>
          </p:cNvPr>
          <p:cNvSpPr txBox="1"/>
          <p:nvPr/>
        </p:nvSpPr>
        <p:spPr>
          <a:xfrm>
            <a:off x="9492352" y="1538285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FE482950-5189-3631-BADE-A31E9AA47F71}"/>
              </a:ext>
            </a:extLst>
          </p:cNvPr>
          <p:cNvGrpSpPr/>
          <p:nvPr/>
        </p:nvGrpSpPr>
        <p:grpSpPr>
          <a:xfrm>
            <a:off x="716038" y="4263914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C0CB969-7747-1536-ADDA-BF22FA41E5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F5400308-0BDC-72E2-BDF3-94C7C0AEE5E4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AA75A99-AD4B-552B-C702-0D64FE683A9A}"/>
              </a:ext>
            </a:extLst>
          </p:cNvPr>
          <p:cNvCxnSpPr>
            <a:cxnSpLocks/>
          </p:cNvCxnSpPr>
          <p:nvPr/>
        </p:nvCxnSpPr>
        <p:spPr>
          <a:xfrm flipH="1">
            <a:off x="2302779" y="3022037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6C812CB-A3F2-1FE5-DA36-89AD1D6EDC7C}"/>
              </a:ext>
            </a:extLst>
          </p:cNvPr>
          <p:cNvCxnSpPr>
            <a:cxnSpLocks/>
          </p:cNvCxnSpPr>
          <p:nvPr/>
        </p:nvCxnSpPr>
        <p:spPr>
          <a:xfrm>
            <a:off x="3719745" y="3022037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84323BD-1358-332E-B7C9-B1750FC96090}"/>
              </a:ext>
            </a:extLst>
          </p:cNvPr>
          <p:cNvCxnSpPr>
            <a:cxnSpLocks/>
          </p:cNvCxnSpPr>
          <p:nvPr/>
        </p:nvCxnSpPr>
        <p:spPr>
          <a:xfrm flipH="1">
            <a:off x="4650809" y="4877893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9DFCCEA-AD68-8506-CE37-39DBEF880697}"/>
              </a:ext>
            </a:extLst>
          </p:cNvPr>
          <p:cNvCxnSpPr>
            <a:cxnSpLocks/>
          </p:cNvCxnSpPr>
          <p:nvPr/>
        </p:nvCxnSpPr>
        <p:spPr>
          <a:xfrm>
            <a:off x="5488101" y="4877900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54381DE9-F0CA-40B6-3A3E-36694D10334E}"/>
              </a:ext>
            </a:extLst>
          </p:cNvPr>
          <p:cNvCxnSpPr>
            <a:cxnSpLocks/>
          </p:cNvCxnSpPr>
          <p:nvPr/>
        </p:nvCxnSpPr>
        <p:spPr>
          <a:xfrm flipH="1">
            <a:off x="8192780" y="4886750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BB4A8597-A034-3616-379F-08FB518E4D27}"/>
              </a:ext>
            </a:extLst>
          </p:cNvPr>
          <p:cNvCxnSpPr>
            <a:cxnSpLocks/>
          </p:cNvCxnSpPr>
          <p:nvPr/>
        </p:nvCxnSpPr>
        <p:spPr>
          <a:xfrm>
            <a:off x="9030072" y="4886757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09DC3472-BF92-EB8C-4005-009C952487EC}"/>
              </a:ext>
            </a:extLst>
          </p:cNvPr>
          <p:cNvCxnSpPr>
            <a:cxnSpLocks/>
          </p:cNvCxnSpPr>
          <p:nvPr/>
        </p:nvCxnSpPr>
        <p:spPr>
          <a:xfrm>
            <a:off x="5677994" y="4311255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6975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1D6AE-EA65-3E36-53BC-7D0B62D40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0DB448A3-7AA4-3D31-479D-C7CEE4A25E0C}"/>
              </a:ext>
            </a:extLst>
          </p:cNvPr>
          <p:cNvSpPr txBox="1"/>
          <p:nvPr/>
        </p:nvSpPr>
        <p:spPr>
          <a:xfrm>
            <a:off x="42611" y="2674132"/>
            <a:ext cx="7585242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F36A1D7F-E566-CA80-D303-80BC7FF465DA}"/>
              </a:ext>
            </a:extLst>
          </p:cNvPr>
          <p:cNvSpPr txBox="1"/>
          <p:nvPr/>
        </p:nvSpPr>
        <p:spPr>
          <a:xfrm>
            <a:off x="10380804" y="2647254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352BD9-04AA-1130-4F04-E41058EA0E45}"/>
                  </a:ext>
                </a:extLst>
              </p:cNvPr>
              <p:cNvSpPr txBox="1"/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3BE9D48-0351-02DB-3684-C90E12A83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DC387780-E244-9D6C-AFA4-2CE93658C461}"/>
                  </a:ext>
                </a:extLst>
              </p:cNvPr>
              <p:cNvSpPr txBox="1"/>
              <p:nvPr/>
            </p:nvSpPr>
            <p:spPr>
              <a:xfrm>
                <a:off x="7847413" y="2717301"/>
                <a:ext cx="2475243" cy="46166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≤ 4, </m:t>
                    </m:r>
                    <m:bar>
                      <m:barPr>
                        <m:pos m:val="top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for</m:t>
                    </m:r>
                    <m:r>
                      <m:rPr>
                        <m:nor/>
                      </m:rP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≥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5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DC387780-E244-9D6C-AFA4-2CE93658C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413" y="2717301"/>
                <a:ext cx="247524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10322047-170B-B3F7-5639-E89CF00E96D8}"/>
              </a:ext>
            </a:extLst>
          </p:cNvPr>
          <p:cNvSpPr txBox="1"/>
          <p:nvPr/>
        </p:nvSpPr>
        <p:spPr>
          <a:xfrm>
            <a:off x="271" y="5527765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9C379D1-C697-73B2-9114-6E159D1D96F7}"/>
              </a:ext>
            </a:extLst>
          </p:cNvPr>
          <p:cNvSpPr txBox="1"/>
          <p:nvPr/>
        </p:nvSpPr>
        <p:spPr>
          <a:xfrm>
            <a:off x="1516197" y="5527765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289C5377-6E8B-095F-C356-782D87F1556C}"/>
                  </a:ext>
                </a:extLst>
              </p:cNvPr>
              <p:cNvSpPr txBox="1"/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baseline="-2500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BF24697-6F2B-8923-5E29-E5BE37490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88BFCD7A-11AD-6C9F-FCA2-C824F9F8D306}"/>
                  </a:ext>
                </a:extLst>
              </p:cNvPr>
              <p:cNvSpPr txBox="1"/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m:rPr>
                          <m:nor/>
                        </m:rPr>
                        <a:rPr lang="en-GB" sz="1200" i="0" dirty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b="0" i="0" dirty="0" smtClean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&lt;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7DD7FA17-1492-D51A-2E9D-17F2CB2BC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B9641BE2-A70F-176E-56DC-69B70B23C556}"/>
              </a:ext>
            </a:extLst>
          </p:cNvPr>
          <p:cNvSpPr txBox="1"/>
          <p:nvPr/>
        </p:nvSpPr>
        <p:spPr>
          <a:xfrm>
            <a:off x="8784848" y="5527765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0851DC86-DEE6-B5B8-E70D-7B4E8ED6EEA3}"/>
              </a:ext>
            </a:extLst>
          </p:cNvPr>
          <p:cNvSpPr txBox="1"/>
          <p:nvPr/>
        </p:nvSpPr>
        <p:spPr>
          <a:xfrm>
            <a:off x="6574198" y="5527765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9DA95773-088F-DFCC-6874-C502EEE8622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689588" y="4280426"/>
            <a:ext cx="2607786" cy="47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FBC6770D-F1FB-70FD-FF9B-423D9C85F1B6}"/>
              </a:ext>
            </a:extLst>
          </p:cNvPr>
          <p:cNvSpPr txBox="1"/>
          <p:nvPr/>
        </p:nvSpPr>
        <p:spPr>
          <a:xfrm>
            <a:off x="6558282" y="6064173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0979E81F-D050-8201-80CE-4D4773686ACC}"/>
              </a:ext>
            </a:extLst>
          </p:cNvPr>
          <p:cNvSpPr txBox="1"/>
          <p:nvPr/>
        </p:nvSpPr>
        <p:spPr>
          <a:xfrm>
            <a:off x="1495712" y="6064173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0C41C367-BA52-A7A8-CD68-A0A08C5E9C0B}"/>
              </a:ext>
            </a:extLst>
          </p:cNvPr>
          <p:cNvSpPr txBox="1"/>
          <p:nvPr/>
        </p:nvSpPr>
        <p:spPr>
          <a:xfrm>
            <a:off x="3978038" y="55277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DD07BEAC-3139-DF33-F612-386EBCF01BBA}"/>
                  </a:ext>
                </a:extLst>
              </p:cNvPr>
              <p:cNvSpPr txBox="1"/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C86D8F60-ECE1-964F-88E6-77C36F065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E5239910-78EA-81CE-F1D6-52E117B4375D}"/>
                  </a:ext>
                </a:extLst>
              </p:cNvPr>
              <p:cNvSpPr txBox="1"/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432E3DE-CA15-1E4E-E026-211320540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5B6B2598-8B2C-8BD6-4907-BE4211AC8FE3}"/>
              </a:ext>
            </a:extLst>
          </p:cNvPr>
          <p:cNvSpPr txBox="1"/>
          <p:nvPr/>
        </p:nvSpPr>
        <p:spPr>
          <a:xfrm>
            <a:off x="10380803" y="6064173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B78AAC9A-EC56-DCFE-A793-5B979ECC8F75}"/>
              </a:ext>
            </a:extLst>
          </p:cNvPr>
          <p:cNvSpPr txBox="1"/>
          <p:nvPr/>
        </p:nvSpPr>
        <p:spPr>
          <a:xfrm>
            <a:off x="10380804" y="5527765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740CC818-543D-543D-2D51-E72E9B755203}"/>
              </a:ext>
            </a:extLst>
          </p:cNvPr>
          <p:cNvSpPr txBox="1"/>
          <p:nvPr/>
        </p:nvSpPr>
        <p:spPr>
          <a:xfrm>
            <a:off x="10380804" y="4028511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01597CE4-568F-5C5C-662E-574785A02510}"/>
              </a:ext>
            </a:extLst>
          </p:cNvPr>
          <p:cNvGrpSpPr/>
          <p:nvPr/>
        </p:nvGrpSpPr>
        <p:grpSpPr>
          <a:xfrm>
            <a:off x="4820415" y="1512380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16AB2918-4D40-AAE4-21A3-BFE7A69C0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2151" y="1536945"/>
              <a:ext cx="66917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C610367B-6899-EF2E-44A7-CB62AB72D59C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21" y="1536945"/>
              <a:ext cx="676275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7523C01D-FC3A-A35F-613B-269681F03343}"/>
              </a:ext>
            </a:extLst>
          </p:cNvPr>
          <p:cNvCxnSpPr>
            <a:cxnSpLocks/>
          </p:cNvCxnSpPr>
          <p:nvPr/>
        </p:nvCxnSpPr>
        <p:spPr>
          <a:xfrm>
            <a:off x="974912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BE571708-72D0-5B8B-3E23-83617C0B865C}"/>
              </a:ext>
            </a:extLst>
          </p:cNvPr>
          <p:cNvCxnSpPr>
            <a:cxnSpLocks/>
          </p:cNvCxnSpPr>
          <p:nvPr/>
        </p:nvCxnSpPr>
        <p:spPr>
          <a:xfrm>
            <a:off x="268283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A651250A-2508-A0BB-9F8B-081CA73BB0C2}"/>
              </a:ext>
            </a:extLst>
          </p:cNvPr>
          <p:cNvSpPr txBox="1"/>
          <p:nvPr/>
        </p:nvSpPr>
        <p:spPr>
          <a:xfrm>
            <a:off x="8767370" y="6064173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A648B85-A8D9-78F0-28FF-679668161002}"/>
              </a:ext>
            </a:extLst>
          </p:cNvPr>
          <p:cNvSpPr txBox="1"/>
          <p:nvPr/>
        </p:nvSpPr>
        <p:spPr>
          <a:xfrm>
            <a:off x="3751369" y="4003427"/>
            <a:ext cx="3876437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B0AC1F3-B7A3-4D10-8AE3-166D487763D8}"/>
                  </a:ext>
                </a:extLst>
              </p:cNvPr>
              <p:cNvSpPr txBox="1"/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pos m:val="top"/>
                          <m:ctrlPr>
                            <a:rPr lang="en-US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ba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11097C08-2536-3064-96B1-60DB0E36F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blipFill>
                <a:blip r:embed="rId9"/>
                <a:stretch>
                  <a:fillRect b="-41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9A7011-DCB8-F6DE-0930-46E791520C90}"/>
              </a:ext>
            </a:extLst>
          </p:cNvPr>
          <p:cNvCxnSpPr>
            <a:cxnSpLocks/>
          </p:cNvCxnSpPr>
          <p:nvPr/>
        </p:nvCxnSpPr>
        <p:spPr>
          <a:xfrm>
            <a:off x="9019370" y="2408607"/>
            <a:ext cx="21302" cy="2400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3F4510A1-97D5-64AE-9841-69848CC1F147}"/>
                  </a:ext>
                </a:extLst>
              </p:cNvPr>
              <p:cNvSpPr txBox="1"/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3EC1577-D252-1FED-E572-2EC237A45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F03CCE5D-B477-E5F4-FD9B-3DA84B45E66B}"/>
                  </a:ext>
                </a:extLst>
              </p:cNvPr>
              <p:cNvSpPr txBox="1"/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93E32BCA-B9DE-A793-2F42-0628D092C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4167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D79FF747-363A-2433-41C7-04A67FF3BA61}"/>
                  </a:ext>
                </a:extLst>
              </p:cNvPr>
              <p:cNvSpPr txBox="1"/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F078C8FD-8C32-81A0-9361-20AD6328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C4D51760-E127-3CFF-3D1C-2BE0D03E5EBD}"/>
                  </a:ext>
                </a:extLst>
              </p:cNvPr>
              <p:cNvSpPr txBox="1"/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F475F09D-C32A-CB80-E03C-C8D5FE44F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EBA70272-E925-8E65-3579-CB4913994791}"/>
                  </a:ext>
                </a:extLst>
              </p:cNvPr>
              <p:cNvSpPr txBox="1"/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A4C5E5E1-A03D-F8D7-AC15-C1EE79EFE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81B1728-436C-CC39-3203-5260262881DB}"/>
                  </a:ext>
                </a:extLst>
              </p:cNvPr>
              <p:cNvSpPr txBox="1"/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B609D4CB-8011-913E-EC22-3573E7C71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0250ACD6-FFD0-AB95-0139-0FA94EA5E5AB}"/>
              </a:ext>
            </a:extLst>
          </p:cNvPr>
          <p:cNvSpPr txBox="1"/>
          <p:nvPr/>
        </p:nvSpPr>
        <p:spPr>
          <a:xfrm>
            <a:off x="7691715" y="5527765"/>
            <a:ext cx="1040386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A7BF4672-010F-8485-DB1C-3B486F3D268E}"/>
              </a:ext>
            </a:extLst>
          </p:cNvPr>
          <p:cNvCxnSpPr>
            <a:cxnSpLocks/>
          </p:cNvCxnSpPr>
          <p:nvPr/>
        </p:nvCxnSpPr>
        <p:spPr>
          <a:xfrm>
            <a:off x="7095144" y="5865147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0178493F-4B69-6FF3-D1BC-2AD4DCB6D306}"/>
              </a:ext>
            </a:extLst>
          </p:cNvPr>
          <p:cNvCxnSpPr>
            <a:cxnSpLocks/>
          </p:cNvCxnSpPr>
          <p:nvPr/>
        </p:nvCxnSpPr>
        <p:spPr>
          <a:xfrm>
            <a:off x="4063971" y="2439160"/>
            <a:ext cx="0" cy="2405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08956C91-19EA-44E9-7D7B-75A883E7F266}"/>
              </a:ext>
            </a:extLst>
          </p:cNvPr>
          <p:cNvSpPr txBox="1"/>
          <p:nvPr/>
        </p:nvSpPr>
        <p:spPr>
          <a:xfrm>
            <a:off x="9471205" y="1200711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20EB0F9F-F49A-D418-3B74-4F560447F751}"/>
              </a:ext>
            </a:extLst>
          </p:cNvPr>
          <p:cNvSpPr txBox="1"/>
          <p:nvPr/>
        </p:nvSpPr>
        <p:spPr>
          <a:xfrm>
            <a:off x="9384461" y="923292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5BD8E70C-66BB-F691-0E51-301724099750}"/>
              </a:ext>
            </a:extLst>
          </p:cNvPr>
          <p:cNvSpPr/>
          <p:nvPr/>
        </p:nvSpPr>
        <p:spPr>
          <a:xfrm>
            <a:off x="9431068" y="875403"/>
            <a:ext cx="2481929" cy="146295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425E8BD7-7DF9-C1D6-99B3-52421AFBF068}"/>
                  </a:ext>
                </a:extLst>
              </p:cNvPr>
              <p:cNvSpPr txBox="1"/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br>
                  <a:rPr lang="en-US" sz="1200" i="1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</a:b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</m:oMath>
                </a14:m>
                <a:r>
                  <a:rPr lang="en-US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: </a:t>
                </a:r>
                <a:r>
                  <a:rPr lang="en-GB" sz="1200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mean sample size </a:t>
                </a:r>
              </a:p>
            </p:txBody>
          </p:sp>
        </mc:Choice>
        <mc:Fallback xmlns="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0B6D163A-F4BD-36A3-017D-68E5CFDE3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68955CEF-98A6-377A-830B-E7485A3C8B25}"/>
              </a:ext>
            </a:extLst>
          </p:cNvPr>
          <p:cNvCxnSpPr>
            <a:cxnSpLocks/>
          </p:cNvCxnSpPr>
          <p:nvPr/>
        </p:nvCxnSpPr>
        <p:spPr>
          <a:xfrm>
            <a:off x="5672551" y="3717982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FDBDD551-D5F8-0ABE-121E-813AC1AB1796}"/>
              </a:ext>
            </a:extLst>
          </p:cNvPr>
          <p:cNvSpPr txBox="1"/>
          <p:nvPr/>
        </p:nvSpPr>
        <p:spPr>
          <a:xfrm>
            <a:off x="42610" y="3986915"/>
            <a:ext cx="3365851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39A03C06-65B4-3E9E-D990-69EEA62260CC}"/>
              </a:ext>
            </a:extLst>
          </p:cNvPr>
          <p:cNvCxnSpPr>
            <a:cxnSpLocks/>
          </p:cNvCxnSpPr>
          <p:nvPr/>
        </p:nvCxnSpPr>
        <p:spPr>
          <a:xfrm flipH="1">
            <a:off x="2160040" y="3756865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7F463529-49AB-4ABF-6E11-BDDB5DE2BFF9}"/>
              </a:ext>
            </a:extLst>
          </p:cNvPr>
          <p:cNvSpPr txBox="1"/>
          <p:nvPr/>
        </p:nvSpPr>
        <p:spPr>
          <a:xfrm>
            <a:off x="9492352" y="1538285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593DB64-E1A7-889E-3B79-A5107D5751FE}"/>
              </a:ext>
            </a:extLst>
          </p:cNvPr>
          <p:cNvGrpSpPr/>
          <p:nvPr/>
        </p:nvGrpSpPr>
        <p:grpSpPr>
          <a:xfrm>
            <a:off x="716038" y="4263914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2F76A38D-2631-AEC3-0ADE-A5E7E5FC64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C4ADD97D-1D74-F479-514A-FDFA9303E58B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2B626E1-4083-5FF8-1C18-38C39B384923}"/>
              </a:ext>
            </a:extLst>
          </p:cNvPr>
          <p:cNvCxnSpPr>
            <a:cxnSpLocks/>
          </p:cNvCxnSpPr>
          <p:nvPr/>
        </p:nvCxnSpPr>
        <p:spPr>
          <a:xfrm flipH="1">
            <a:off x="2302779" y="3022037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7B2FA16-B73E-DFD4-DEF0-7DDD313F8F00}"/>
              </a:ext>
            </a:extLst>
          </p:cNvPr>
          <p:cNvCxnSpPr>
            <a:cxnSpLocks/>
          </p:cNvCxnSpPr>
          <p:nvPr/>
        </p:nvCxnSpPr>
        <p:spPr>
          <a:xfrm>
            <a:off x="3719745" y="3022037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85E9705-3D63-C7FD-ABEF-4E5A11802277}"/>
              </a:ext>
            </a:extLst>
          </p:cNvPr>
          <p:cNvCxnSpPr>
            <a:cxnSpLocks/>
          </p:cNvCxnSpPr>
          <p:nvPr/>
        </p:nvCxnSpPr>
        <p:spPr>
          <a:xfrm flipH="1">
            <a:off x="4650809" y="4877893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DEC1A80-F4BC-C32C-BC6C-2AA70376CBE1}"/>
              </a:ext>
            </a:extLst>
          </p:cNvPr>
          <p:cNvCxnSpPr>
            <a:cxnSpLocks/>
          </p:cNvCxnSpPr>
          <p:nvPr/>
        </p:nvCxnSpPr>
        <p:spPr>
          <a:xfrm>
            <a:off x="5488101" y="4877900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849341F7-DE33-BB97-1707-92E73F8C6758}"/>
              </a:ext>
            </a:extLst>
          </p:cNvPr>
          <p:cNvCxnSpPr>
            <a:cxnSpLocks/>
          </p:cNvCxnSpPr>
          <p:nvPr/>
        </p:nvCxnSpPr>
        <p:spPr>
          <a:xfrm flipH="1">
            <a:off x="8192780" y="4886750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7AD0A16-E730-0007-0C85-8D9506ABD348}"/>
              </a:ext>
            </a:extLst>
          </p:cNvPr>
          <p:cNvCxnSpPr>
            <a:cxnSpLocks/>
          </p:cNvCxnSpPr>
          <p:nvPr/>
        </p:nvCxnSpPr>
        <p:spPr>
          <a:xfrm>
            <a:off x="9030072" y="4886757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65221AC6-9EC6-B346-ACF8-46D0F09DC9C4}"/>
              </a:ext>
            </a:extLst>
          </p:cNvPr>
          <p:cNvCxnSpPr>
            <a:cxnSpLocks/>
          </p:cNvCxnSpPr>
          <p:nvPr/>
        </p:nvCxnSpPr>
        <p:spPr>
          <a:xfrm>
            <a:off x="5677994" y="4311255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3801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4C196-B989-66DA-B425-3005B7E7E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8BA8225A-44C5-6DFA-C510-BD9450184671}"/>
              </a:ext>
            </a:extLst>
          </p:cNvPr>
          <p:cNvSpPr txBox="1"/>
          <p:nvPr/>
        </p:nvSpPr>
        <p:spPr>
          <a:xfrm>
            <a:off x="42611" y="2674132"/>
            <a:ext cx="7585242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F2C1AC74-D6EE-D8E8-D1E8-497E868873C3}"/>
              </a:ext>
            </a:extLst>
          </p:cNvPr>
          <p:cNvSpPr txBox="1"/>
          <p:nvPr/>
        </p:nvSpPr>
        <p:spPr>
          <a:xfrm>
            <a:off x="10380804" y="2647254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1D60D80-3B4B-A83A-D0F5-5445219D50D9}"/>
                  </a:ext>
                </a:extLst>
              </p:cNvPr>
              <p:cNvSpPr txBox="1"/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1D60D80-3B4B-A83A-D0F5-5445219D5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F9A274A-4364-42EF-D7BB-FBE1C7E875D5}"/>
                  </a:ext>
                </a:extLst>
              </p:cNvPr>
              <p:cNvSpPr txBox="1"/>
              <p:nvPr/>
            </p:nvSpPr>
            <p:spPr>
              <a:xfrm>
                <a:off x="7691714" y="2131608"/>
                <a:ext cx="4424058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GB" sz="1200" i="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if</m:t>
                    </m:r>
                    <m:r>
                      <m:rPr>
                        <m:nor/>
                      </m:rPr>
                      <a:rPr lang="en-GB" sz="1200" i="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≤4,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or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&gt;5  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4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ffor all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=1,..,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F9A274A-4364-42EF-D7BB-FBE1C7E87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1714" y="2131608"/>
                <a:ext cx="4424058" cy="276999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EBECA91F-4A2A-3A0A-2C15-2F23554F3D8C}"/>
              </a:ext>
            </a:extLst>
          </p:cNvPr>
          <p:cNvSpPr txBox="1"/>
          <p:nvPr/>
        </p:nvSpPr>
        <p:spPr>
          <a:xfrm>
            <a:off x="271" y="5527765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91D2D15-3480-31B0-672F-021CAD1107C8}"/>
              </a:ext>
            </a:extLst>
          </p:cNvPr>
          <p:cNvSpPr txBox="1"/>
          <p:nvPr/>
        </p:nvSpPr>
        <p:spPr>
          <a:xfrm>
            <a:off x="1516197" y="5527765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DE19D27-C0C2-4600-05E4-11A82BBADCD3}"/>
                  </a:ext>
                </a:extLst>
              </p:cNvPr>
              <p:cNvSpPr txBox="1"/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baseline="-2500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DE19D27-C0C2-4600-05E4-11A82BBAD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0188B4BF-F78D-ABBC-76F6-FD41C36E15EA}"/>
                  </a:ext>
                </a:extLst>
              </p:cNvPr>
              <p:cNvSpPr txBox="1"/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m:rPr>
                          <m:nor/>
                        </m:rPr>
                        <a:rPr lang="en-GB" sz="1200" i="0" dirty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b="0" i="0" dirty="0" smtClean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&lt;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0188B4BF-F78D-ABBC-76F6-FD41C36E1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2F03D6A9-C95B-2927-B544-AAF1DD883FC1}"/>
              </a:ext>
            </a:extLst>
          </p:cNvPr>
          <p:cNvSpPr txBox="1"/>
          <p:nvPr/>
        </p:nvSpPr>
        <p:spPr>
          <a:xfrm>
            <a:off x="8784848" y="5527765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223C496-E792-392B-F756-2D7D73965FB6}"/>
              </a:ext>
            </a:extLst>
          </p:cNvPr>
          <p:cNvSpPr txBox="1"/>
          <p:nvPr/>
        </p:nvSpPr>
        <p:spPr>
          <a:xfrm>
            <a:off x="6574198" y="5527765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2D2B8C24-F2A1-D5E3-D8D2-B44DC8E8275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689588" y="4280426"/>
            <a:ext cx="2607786" cy="47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8120C59B-7516-B2C8-5CED-DE6E75B02E90}"/>
              </a:ext>
            </a:extLst>
          </p:cNvPr>
          <p:cNvSpPr txBox="1"/>
          <p:nvPr/>
        </p:nvSpPr>
        <p:spPr>
          <a:xfrm>
            <a:off x="6558282" y="6064173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01CD2A5F-937C-7AFC-E3A8-F2A0BE745F29}"/>
              </a:ext>
            </a:extLst>
          </p:cNvPr>
          <p:cNvSpPr txBox="1"/>
          <p:nvPr/>
        </p:nvSpPr>
        <p:spPr>
          <a:xfrm>
            <a:off x="1495712" y="6064173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4647919-3EF5-BA54-9965-F22383221F53}"/>
              </a:ext>
            </a:extLst>
          </p:cNvPr>
          <p:cNvSpPr txBox="1"/>
          <p:nvPr/>
        </p:nvSpPr>
        <p:spPr>
          <a:xfrm>
            <a:off x="3978038" y="55277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416AE84-4246-5AA4-D744-7783A7565BB7}"/>
                  </a:ext>
                </a:extLst>
              </p:cNvPr>
              <p:cNvSpPr txBox="1"/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416AE84-4246-5AA4-D744-7783A7565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1943838B-A535-D9E5-7809-8F133FE2BF1B}"/>
                  </a:ext>
                </a:extLst>
              </p:cNvPr>
              <p:cNvSpPr txBox="1"/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1943838B-A535-D9E5-7809-8F133FE2B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2FB97A05-24A8-76B1-026A-B6ED0F5E0D7A}"/>
              </a:ext>
            </a:extLst>
          </p:cNvPr>
          <p:cNvSpPr txBox="1"/>
          <p:nvPr/>
        </p:nvSpPr>
        <p:spPr>
          <a:xfrm>
            <a:off x="10380803" y="6064173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DC2CE438-1704-E64B-6260-1287278DF5BB}"/>
              </a:ext>
            </a:extLst>
          </p:cNvPr>
          <p:cNvSpPr txBox="1"/>
          <p:nvPr/>
        </p:nvSpPr>
        <p:spPr>
          <a:xfrm>
            <a:off x="10380804" y="5527765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3D2077E2-3B6C-C87F-507D-F584251DCB58}"/>
              </a:ext>
            </a:extLst>
          </p:cNvPr>
          <p:cNvSpPr txBox="1"/>
          <p:nvPr/>
        </p:nvSpPr>
        <p:spPr>
          <a:xfrm>
            <a:off x="10380804" y="4028511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84D77F50-3AF0-545B-AFBA-8F27B56893EE}"/>
              </a:ext>
            </a:extLst>
          </p:cNvPr>
          <p:cNvGrpSpPr/>
          <p:nvPr/>
        </p:nvGrpSpPr>
        <p:grpSpPr>
          <a:xfrm>
            <a:off x="4820415" y="1512380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8B325057-8EA5-618F-36E9-B42F67F44F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2151" y="1536945"/>
              <a:ext cx="66917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3EDD755C-0997-B92F-B2DA-FBEDCA2525CE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21" y="1536945"/>
              <a:ext cx="676275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29A8AD93-9526-0C6C-4A5A-AAE42CE7C6B9}"/>
              </a:ext>
            </a:extLst>
          </p:cNvPr>
          <p:cNvCxnSpPr>
            <a:cxnSpLocks/>
          </p:cNvCxnSpPr>
          <p:nvPr/>
        </p:nvCxnSpPr>
        <p:spPr>
          <a:xfrm>
            <a:off x="974912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D04FD685-92E3-FA90-132C-85FCAB66020D}"/>
              </a:ext>
            </a:extLst>
          </p:cNvPr>
          <p:cNvCxnSpPr>
            <a:cxnSpLocks/>
          </p:cNvCxnSpPr>
          <p:nvPr/>
        </p:nvCxnSpPr>
        <p:spPr>
          <a:xfrm>
            <a:off x="268283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A0168CAB-10EF-CFA6-D58F-F16A264493F0}"/>
              </a:ext>
            </a:extLst>
          </p:cNvPr>
          <p:cNvSpPr txBox="1"/>
          <p:nvPr/>
        </p:nvSpPr>
        <p:spPr>
          <a:xfrm>
            <a:off x="8767370" y="6064173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47AF96E-0D4F-F14C-38AD-6527DD5E41DE}"/>
              </a:ext>
            </a:extLst>
          </p:cNvPr>
          <p:cNvSpPr txBox="1"/>
          <p:nvPr/>
        </p:nvSpPr>
        <p:spPr>
          <a:xfrm>
            <a:off x="3751369" y="4003427"/>
            <a:ext cx="3876437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B03ABC8-29DA-FE4E-8948-84C63A26A3C6}"/>
                  </a:ext>
                </a:extLst>
              </p:cNvPr>
              <p:cNvSpPr txBox="1"/>
              <p:nvPr/>
            </p:nvSpPr>
            <p:spPr>
              <a:xfrm>
                <a:off x="42610" y="2131608"/>
                <a:ext cx="7563941" cy="46166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GB" sz="1200" i="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if</m:t>
                    </m:r>
                    <m:r>
                      <m:rPr>
                        <m:nor/>
                      </m:rPr>
                      <a:rPr lang="en-GB" sz="1200" i="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≤4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𝑎𝑛𝑑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or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=1,..,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B03ABC8-29DA-FE4E-8948-84C63A26A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0" y="2131608"/>
                <a:ext cx="7563941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D3CCB693-6CD8-F4F7-DABE-CAB72B38EA3C}"/>
              </a:ext>
            </a:extLst>
          </p:cNvPr>
          <p:cNvCxnSpPr>
            <a:cxnSpLocks/>
          </p:cNvCxnSpPr>
          <p:nvPr/>
        </p:nvCxnSpPr>
        <p:spPr>
          <a:xfrm>
            <a:off x="9019370" y="2408607"/>
            <a:ext cx="21302" cy="2400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7BD5269-4F12-F5B5-E4D6-F504A03B4D8D}"/>
                  </a:ext>
                </a:extLst>
              </p:cNvPr>
              <p:cNvSpPr txBox="1"/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7BD5269-4F12-F5B5-E4D6-F504A03B4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7BD21562-780E-933C-B06A-4C3B065EE45F}"/>
                  </a:ext>
                </a:extLst>
              </p:cNvPr>
              <p:cNvSpPr txBox="1"/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7BD21562-780E-933C-B06A-4C3B065EE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4167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4F1B2E2C-D8AE-1042-F592-E11C8CA9AC04}"/>
                  </a:ext>
                </a:extLst>
              </p:cNvPr>
              <p:cNvSpPr txBox="1"/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4F1B2E2C-D8AE-1042-F592-E11C8CA9A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93DCE889-66FC-6A29-E6C5-C09A27566BF9}"/>
                  </a:ext>
                </a:extLst>
              </p:cNvPr>
              <p:cNvSpPr txBox="1"/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93DCE889-66FC-6A29-E6C5-C09A27566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CEE91FA0-009A-EA2D-C3A0-D61E7A72548B}"/>
                  </a:ext>
                </a:extLst>
              </p:cNvPr>
              <p:cNvSpPr txBox="1"/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CEE91FA0-009A-EA2D-C3A0-D61E7A725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250FCA5-D3FB-1ED9-49CC-27AA50D9C68E}"/>
                  </a:ext>
                </a:extLst>
              </p:cNvPr>
              <p:cNvSpPr txBox="1"/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250FCA5-D3FB-1ED9-49CC-27AA50D9C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E420DB4D-1256-2960-A896-07D08FE7BA51}"/>
              </a:ext>
            </a:extLst>
          </p:cNvPr>
          <p:cNvSpPr txBox="1"/>
          <p:nvPr/>
        </p:nvSpPr>
        <p:spPr>
          <a:xfrm>
            <a:off x="7691715" y="5527765"/>
            <a:ext cx="1040386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97C5619C-9A9E-C2D8-81F5-E1BA1BBDFFA3}"/>
              </a:ext>
            </a:extLst>
          </p:cNvPr>
          <p:cNvCxnSpPr>
            <a:cxnSpLocks/>
          </p:cNvCxnSpPr>
          <p:nvPr/>
        </p:nvCxnSpPr>
        <p:spPr>
          <a:xfrm>
            <a:off x="7095144" y="5865147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FAAD6681-A33B-7419-CB31-DBE254B2B399}"/>
              </a:ext>
            </a:extLst>
          </p:cNvPr>
          <p:cNvCxnSpPr>
            <a:cxnSpLocks/>
          </p:cNvCxnSpPr>
          <p:nvPr/>
        </p:nvCxnSpPr>
        <p:spPr>
          <a:xfrm>
            <a:off x="4063971" y="2439160"/>
            <a:ext cx="0" cy="2405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C4F73EED-7AED-429F-A2E6-784D80E58848}"/>
              </a:ext>
            </a:extLst>
          </p:cNvPr>
          <p:cNvSpPr txBox="1"/>
          <p:nvPr/>
        </p:nvSpPr>
        <p:spPr>
          <a:xfrm>
            <a:off x="9732463" y="596552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49F0AD06-37C7-C4E5-FDEC-7465CEDDA89D}"/>
              </a:ext>
            </a:extLst>
          </p:cNvPr>
          <p:cNvSpPr txBox="1"/>
          <p:nvPr/>
        </p:nvSpPr>
        <p:spPr>
          <a:xfrm>
            <a:off x="9562721" y="254417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EA72781A-A596-8C6C-BD76-EC7C4FBB6D71}"/>
              </a:ext>
            </a:extLst>
          </p:cNvPr>
          <p:cNvSpPr/>
          <p:nvPr/>
        </p:nvSpPr>
        <p:spPr>
          <a:xfrm>
            <a:off x="9579782" y="235199"/>
            <a:ext cx="2481929" cy="146295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43D719B1-563F-AE92-2825-B97283B13437}"/>
                  </a:ext>
                </a:extLst>
              </p:cNvPr>
              <p:cNvSpPr txBox="1"/>
              <p:nvPr/>
            </p:nvSpPr>
            <p:spPr>
              <a:xfrm>
                <a:off x="9545013" y="1205201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br>
                  <a:rPr lang="en-US" sz="1200" i="1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𝑛</m:t>
                        </m:r>
                      </m:e>
                      <m:sub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sub>
                    </m:sSub>
                    <m:r>
                      <a:rPr lang="en-GB" sz="1200" i="1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: </m:t>
                    </m:r>
                  </m:oMath>
                </a14:m>
                <a:r>
                  <a:rPr lang="en-GB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sample size of group/level</a:t>
                </a:r>
                <a14:m>
                  <m:oMath xmlns:m="http://schemas.openxmlformats.org/officeDocument/2006/math">
                    <m:r>
                      <a:rPr lang="en-US" sz="1200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GB" sz="1200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43D719B1-563F-AE92-2825-B97283B13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013" y="1205201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t="-2703" b="-81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787D7FBB-E509-37A0-B60B-49227C6AD5F1}"/>
              </a:ext>
            </a:extLst>
          </p:cNvPr>
          <p:cNvCxnSpPr>
            <a:cxnSpLocks/>
          </p:cNvCxnSpPr>
          <p:nvPr/>
        </p:nvCxnSpPr>
        <p:spPr>
          <a:xfrm>
            <a:off x="5672551" y="3717982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D41E17EA-23CE-431B-DFAC-AE51DBF76F19}"/>
              </a:ext>
            </a:extLst>
          </p:cNvPr>
          <p:cNvSpPr txBox="1"/>
          <p:nvPr/>
        </p:nvSpPr>
        <p:spPr>
          <a:xfrm>
            <a:off x="42610" y="3986915"/>
            <a:ext cx="3365851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857B610F-35CF-05CA-6B4A-7CA3A07073E7}"/>
              </a:ext>
            </a:extLst>
          </p:cNvPr>
          <p:cNvCxnSpPr>
            <a:cxnSpLocks/>
          </p:cNvCxnSpPr>
          <p:nvPr/>
        </p:nvCxnSpPr>
        <p:spPr>
          <a:xfrm flipH="1">
            <a:off x="2160040" y="3756865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8D98E067-3075-3870-B8DF-52D11FD2696E}"/>
              </a:ext>
            </a:extLst>
          </p:cNvPr>
          <p:cNvSpPr txBox="1"/>
          <p:nvPr/>
        </p:nvSpPr>
        <p:spPr>
          <a:xfrm>
            <a:off x="9753610" y="934126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D3F906A-E147-A58A-D12C-69059E6ED7D6}"/>
              </a:ext>
            </a:extLst>
          </p:cNvPr>
          <p:cNvGrpSpPr/>
          <p:nvPr/>
        </p:nvGrpSpPr>
        <p:grpSpPr>
          <a:xfrm>
            <a:off x="716038" y="4263914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8D873214-29C5-8C48-4A5D-3F193CF24F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F964B4E4-ACE5-B400-B05D-98BE4FFE6A27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3654F6F-2533-28CB-EE67-4E851A82AF70}"/>
              </a:ext>
            </a:extLst>
          </p:cNvPr>
          <p:cNvCxnSpPr>
            <a:cxnSpLocks/>
          </p:cNvCxnSpPr>
          <p:nvPr/>
        </p:nvCxnSpPr>
        <p:spPr>
          <a:xfrm flipH="1">
            <a:off x="2302779" y="3022037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FC5B01B-4F21-4332-9914-F54272AB3673}"/>
              </a:ext>
            </a:extLst>
          </p:cNvPr>
          <p:cNvCxnSpPr>
            <a:cxnSpLocks/>
          </p:cNvCxnSpPr>
          <p:nvPr/>
        </p:nvCxnSpPr>
        <p:spPr>
          <a:xfrm>
            <a:off x="3719745" y="3022037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8C3B5BB4-8FF0-BC8B-D1D6-96055A673C92}"/>
              </a:ext>
            </a:extLst>
          </p:cNvPr>
          <p:cNvCxnSpPr>
            <a:cxnSpLocks/>
          </p:cNvCxnSpPr>
          <p:nvPr/>
        </p:nvCxnSpPr>
        <p:spPr>
          <a:xfrm flipH="1">
            <a:off x="4650809" y="4877893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7142267-FB48-CCD8-5BB0-B6BD6CCC6FF7}"/>
              </a:ext>
            </a:extLst>
          </p:cNvPr>
          <p:cNvCxnSpPr>
            <a:cxnSpLocks/>
          </p:cNvCxnSpPr>
          <p:nvPr/>
        </p:nvCxnSpPr>
        <p:spPr>
          <a:xfrm>
            <a:off x="5488101" y="4877900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03AB8276-0D05-DD12-93D0-9B7009B903C3}"/>
              </a:ext>
            </a:extLst>
          </p:cNvPr>
          <p:cNvCxnSpPr>
            <a:cxnSpLocks/>
          </p:cNvCxnSpPr>
          <p:nvPr/>
        </p:nvCxnSpPr>
        <p:spPr>
          <a:xfrm flipH="1">
            <a:off x="8192780" y="4886750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C668A46-7B65-B8E6-160B-28C73DEC3DA3}"/>
              </a:ext>
            </a:extLst>
          </p:cNvPr>
          <p:cNvCxnSpPr>
            <a:cxnSpLocks/>
          </p:cNvCxnSpPr>
          <p:nvPr/>
        </p:nvCxnSpPr>
        <p:spPr>
          <a:xfrm>
            <a:off x="9030072" y="4886757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ED9FFABA-EBDA-6F94-DE37-2093C6F4F582}"/>
              </a:ext>
            </a:extLst>
          </p:cNvPr>
          <p:cNvCxnSpPr>
            <a:cxnSpLocks/>
          </p:cNvCxnSpPr>
          <p:nvPr/>
        </p:nvCxnSpPr>
        <p:spPr>
          <a:xfrm>
            <a:off x="5677994" y="4311255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875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780</Words>
  <Application>Microsoft Macintosh PowerPoint</Application>
  <PresentationFormat>Breitbild</PresentationFormat>
  <Paragraphs>174</Paragraphs>
  <Slides>5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2026-08-02T14:48:51Z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