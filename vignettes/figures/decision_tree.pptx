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768"/>
    <p:restoredTop sz="79354"/>
  </p:normalViewPr>
  <p:slideViewPr>
    <p:cSldViewPr snapToGrid="0" snapToObjects="1" showGuides="1">
      <p:cViewPr varScale="1">
        <p:scale>
          <a:sx n="70" d="100"/>
          <a:sy n="70" d="100"/>
        </p:scale>
        <p:origin x="872" y="176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delSld modSld">
      <pc:chgData name="Schilling Sabine HSLU W" userId="b0e2af5c-9187-4900-883a-c96514cd8e15" providerId="ADAL" clId="{5E51067F-94D7-505D-9735-0698788361AC}" dt="2026-05-10T22:38:06.988" v="841" actId="2696"/>
      <pc:docMkLst>
        <pc:docMk/>
      </pc:docMkLst>
      <pc:sldChg chg="del">
        <pc:chgData name="Schilling Sabine HSLU W" userId="b0e2af5c-9187-4900-883a-c96514cd8e15" providerId="ADAL" clId="{5E51067F-94D7-505D-9735-0698788361AC}" dt="2026-05-10T22:38:05.720" v="840" actId="2696"/>
        <pc:sldMkLst>
          <pc:docMk/>
          <pc:sldMk cId="2466277124" sldId="263"/>
        </pc:sldMkLst>
      </pc:sldChg>
      <pc:sldChg chg="addSp delSp modSp mod">
        <pc:chgData name="Schilling Sabine HSLU W" userId="b0e2af5c-9187-4900-883a-c96514cd8e15" providerId="ADAL" clId="{5E51067F-94D7-505D-9735-0698788361AC}" dt="2026-05-10T05:43:29.553" v="839" actId="1076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04T13:39:23.702" v="798" actId="20577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04T13:39:19.834" v="796" actId="20577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04T13:39:34.441" v="804" actId="2057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0T05:43:29.553" v="839" actId="1076"/>
          <ac:grpSpMkLst>
            <pc:docMk/>
            <pc:sldMk cId="592820548" sldId="267"/>
            <ac:grpSpMk id="9" creationId="{187C39A3-A174-52AC-CD73-6D828A52F04A}"/>
          </ac:grpSpMkLst>
        </pc:grpChg>
      </pc:sldChg>
      <pc:sldChg chg="del">
        <pc:chgData name="Schilling Sabine HSLU W" userId="b0e2af5c-9187-4900-883a-c96514cd8e15" providerId="ADAL" clId="{5E51067F-94D7-505D-9735-0698788361AC}" dt="2026-05-10T22:38:06.988" v="841" actId="2696"/>
        <pc:sldMkLst>
          <pc:docMk/>
          <pc:sldMk cId="1642863091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D2FE70A-873E-9BDB-4484-ABD329E5F116}"/>
              </a:ext>
            </a:extLst>
          </p:cNvPr>
          <p:cNvGrpSpPr/>
          <p:nvPr/>
        </p:nvGrpSpPr>
        <p:grpSpPr>
          <a:xfrm>
            <a:off x="3060490" y="2849725"/>
            <a:ext cx="2437250" cy="446298"/>
            <a:chOff x="3378041" y="2876116"/>
            <a:chExt cx="1795871" cy="542165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0C7EA64-43D2-E52F-5375-EE5CCBFAB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2C977085-9EC4-A380-30BE-3D9DD6E15819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59028" y="875403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69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740984" y="3221143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0984" y="3221143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4532236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2236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426134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485373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Macintosh PowerPoint</Application>
  <PresentationFormat>Breitbild</PresentationFormat>
  <Paragraphs>36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2026-05-10T22:38:12Z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