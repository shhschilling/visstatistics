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68" r:id="rId2"/>
    <p:sldId id="269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392D9E-2597-7A42-9800-36B598911903}" v="59" dt="2026-06-02T14:02:11.2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79417"/>
  </p:normalViewPr>
  <p:slideViewPr>
    <p:cSldViewPr snapToGrid="0" snapToObjects="1" showGuides="1">
      <p:cViewPr>
        <p:scale>
          <a:sx n="72" d="100"/>
          <a:sy n="72" d="100"/>
        </p:scale>
        <p:origin x="280" y="168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 sldOrd">
      <pc:chgData name="Schilling Sabine HSLU W" userId="b0e2af5c-9187-4900-883a-c96514cd8e15" providerId="ADAL" clId="{5E51067F-94D7-505D-9735-0698788361AC}" dt="2026-06-02T14:04:19.112" v="1571" actId="14100"/>
      <pc:docMkLst>
        <pc:docMk/>
      </pc:docMkLst>
      <pc:sldChg chg="addSp delSp modSp del mod">
        <pc:chgData name="Schilling Sabine HSLU W" userId="b0e2af5c-9187-4900-883a-c96514cd8e15" providerId="ADAL" clId="{5E51067F-94D7-505D-9735-0698788361AC}" dt="2026-06-02T07:24:50.022" v="1251" actId="2696"/>
        <pc:sldMkLst>
          <pc:docMk/>
          <pc:sldMk cId="592820548" sldId="267"/>
        </pc:sldMkLst>
      </pc:sldChg>
      <pc:sldChg chg="addSp modSp add mod modShow">
        <pc:chgData name="Schilling Sabine HSLU W" userId="b0e2af5c-9187-4900-883a-c96514cd8e15" providerId="ADAL" clId="{5E51067F-94D7-505D-9735-0698788361AC}" dt="2026-06-02T07:14:56.130" v="1250" actId="20577"/>
        <pc:sldMkLst>
          <pc:docMk/>
          <pc:sldMk cId="4141326625" sldId="268"/>
        </pc:sldMkLst>
        <pc:spChg chg="mod">
          <ac:chgData name="Schilling Sabine HSLU W" userId="b0e2af5c-9187-4900-883a-c96514cd8e15" providerId="ADAL" clId="{5E51067F-94D7-505D-9735-0698788361AC}" dt="2026-06-02T07:14:56.130" v="1250" actId="20577"/>
          <ac:spMkLst>
            <pc:docMk/>
            <pc:sldMk cId="4141326625" sldId="268"/>
            <ac:spMk id="82" creationId="{DB1D11B9-7DA9-707E-F6E3-B35B8A7B85EA}"/>
          </ac:spMkLst>
        </pc:spChg>
        <pc:grpChg chg="add mod">
          <ac:chgData name="Schilling Sabine HSLU W" userId="b0e2af5c-9187-4900-883a-c96514cd8e15" providerId="ADAL" clId="{5E51067F-94D7-505D-9735-0698788361AC}" dt="2026-05-23T08:51:05.007" v="1207" actId="1076"/>
          <ac:grpSpMkLst>
            <pc:docMk/>
            <pc:sldMk cId="4141326625" sldId="268"/>
            <ac:grpSpMk id="5" creationId="{F0DF8AF3-4E85-7DF0-2FA6-A0B5C6F5D206}"/>
          </ac:grpSpMkLst>
        </pc:grpChg>
        <pc:grpChg chg="mod">
          <ac:chgData name="Schilling Sabine HSLU W" userId="b0e2af5c-9187-4900-883a-c96514cd8e15" providerId="ADAL" clId="{5E51067F-94D7-505D-9735-0698788361AC}" dt="2026-05-14T22:15:44.774" v="1203" actId="164"/>
          <ac:grpSpMkLst>
            <pc:docMk/>
            <pc:sldMk cId="4141326625" sldId="268"/>
            <ac:grpSpMk id="9" creationId="{187C39A3-A174-52AC-CD73-6D828A52F04A}"/>
          </ac:grpSpMkLst>
        </pc:grpChg>
        <pc:cxnChg chg="mod">
          <ac:chgData name="Schilling Sabine HSLU W" userId="b0e2af5c-9187-4900-883a-c96514cd8e15" providerId="ADAL" clId="{5E51067F-94D7-505D-9735-0698788361AC}" dt="2026-05-14T22:15:44.774" v="1203" actId="164"/>
          <ac:cxnSpMkLst>
            <pc:docMk/>
            <pc:sldMk cId="4141326625" sldId="268"/>
            <ac:cxnSpMk id="11" creationId="{49A3AE00-9BB2-C9E1-3306-F4DC55F07649}"/>
          </ac:cxnSpMkLst>
        </pc:cxnChg>
        <pc:cxnChg chg="mod">
          <ac:chgData name="Schilling Sabine HSLU W" userId="b0e2af5c-9187-4900-883a-c96514cd8e15" providerId="ADAL" clId="{5E51067F-94D7-505D-9735-0698788361AC}" dt="2026-05-14T22:15:44.774" v="1203" actId="164"/>
          <ac:cxnSpMkLst>
            <pc:docMk/>
            <pc:sldMk cId="4141326625" sldId="268"/>
            <ac:cxnSpMk id="13" creationId="{8C20A78F-E4FB-C38A-458D-C8E8F7B160D2}"/>
          </ac:cxnSpMkLst>
        </pc:cxnChg>
      </pc:sldChg>
      <pc:sldChg chg="addSp delSp modSp add mod">
        <pc:chgData name="Schilling Sabine HSLU W" userId="b0e2af5c-9187-4900-883a-c96514cd8e15" providerId="ADAL" clId="{5E51067F-94D7-505D-9735-0698788361AC}" dt="2026-06-02T14:04:19.112" v="1571" actId="14100"/>
        <pc:sldMkLst>
          <pc:docMk/>
          <pc:sldMk cId="2240045113" sldId="269"/>
        </pc:sldMkLst>
        <pc:spChg chg="mod">
          <ac:chgData name="Schilling Sabine HSLU W" userId="b0e2af5c-9187-4900-883a-c96514cd8e15" providerId="ADAL" clId="{5E51067F-94D7-505D-9735-0698788361AC}" dt="2026-06-02T14:00:35.831" v="1541" actId="1036"/>
          <ac:spMkLst>
            <pc:docMk/>
            <pc:sldMk cId="2240045113" sldId="269"/>
            <ac:spMk id="2" creationId="{85922C18-7522-3DBA-8402-02ACD6049518}"/>
          </ac:spMkLst>
        </pc:spChg>
        <pc:spChg chg="mod">
          <ac:chgData name="Schilling Sabine HSLU W" userId="b0e2af5c-9187-4900-883a-c96514cd8e15" providerId="ADAL" clId="{5E51067F-94D7-505D-9735-0698788361AC}" dt="2026-06-02T14:03:28.662" v="1566" actId="554"/>
          <ac:spMkLst>
            <pc:docMk/>
            <pc:sldMk cId="2240045113" sldId="269"/>
            <ac:spMk id="7" creationId="{1DDAB994-3452-8483-B270-D28711166710}"/>
          </ac:spMkLst>
        </pc:spChg>
        <pc:spChg chg="mod">
          <ac:chgData name="Schilling Sabine HSLU W" userId="b0e2af5c-9187-4900-883a-c96514cd8e15" providerId="ADAL" clId="{5E51067F-94D7-505D-9735-0698788361AC}" dt="2026-06-02T13:51:24.444" v="1445" actId="12788"/>
          <ac:spMkLst>
            <pc:docMk/>
            <pc:sldMk cId="2240045113" sldId="269"/>
            <ac:spMk id="10" creationId="{D584EB29-3E2B-2F14-53A1-5B7023B6BC50}"/>
          </ac:spMkLst>
        </pc:spChg>
        <pc:spChg chg="del mod">
          <ac:chgData name="Schilling Sabine HSLU W" userId="b0e2af5c-9187-4900-883a-c96514cd8e15" providerId="ADAL" clId="{5E51067F-94D7-505D-9735-0698788361AC}" dt="2026-06-02T13:46:57.869" v="1261" actId="478"/>
          <ac:spMkLst>
            <pc:docMk/>
            <pc:sldMk cId="2240045113" sldId="269"/>
            <ac:spMk id="15" creationId="{43F6487B-F934-7420-9007-62EF99E6DAF8}"/>
          </ac:spMkLst>
        </pc:spChg>
        <pc:spChg chg="mod">
          <ac:chgData name="Schilling Sabine HSLU W" userId="b0e2af5c-9187-4900-883a-c96514cd8e15" providerId="ADAL" clId="{5E51067F-94D7-505D-9735-0698788361AC}" dt="2026-06-02T14:04:04.014" v="1569" actId="1076"/>
          <ac:spMkLst>
            <pc:docMk/>
            <pc:sldMk cId="2240045113" sldId="269"/>
            <ac:spMk id="18" creationId="{3A379680-15DE-9B30-D7C1-743679B01E4F}"/>
          </ac:spMkLst>
        </pc:spChg>
        <pc:spChg chg="del mod">
          <ac:chgData name="Schilling Sabine HSLU W" userId="b0e2af5c-9187-4900-883a-c96514cd8e15" providerId="ADAL" clId="{5E51067F-94D7-505D-9735-0698788361AC}" dt="2026-06-02T13:46:40.029" v="1258" actId="478"/>
          <ac:spMkLst>
            <pc:docMk/>
            <pc:sldMk cId="2240045113" sldId="269"/>
            <ac:spMk id="39" creationId="{D8062CB5-CEB4-6D0B-9E2C-153FE7A7D24C}"/>
          </ac:spMkLst>
        </pc:spChg>
        <pc:spChg chg="mod">
          <ac:chgData name="Schilling Sabine HSLU W" userId="b0e2af5c-9187-4900-883a-c96514cd8e15" providerId="ADAL" clId="{5E51067F-94D7-505D-9735-0698788361AC}" dt="2026-06-02T13:50:40.588" v="1381"/>
          <ac:spMkLst>
            <pc:docMk/>
            <pc:sldMk cId="2240045113" sldId="269"/>
            <ac:spMk id="47" creationId="{06562AD3-01A5-0A3B-4A91-645BE081EB03}"/>
          </ac:spMkLst>
        </pc:spChg>
        <pc:spChg chg="mod">
          <ac:chgData name="Schilling Sabine HSLU W" userId="b0e2af5c-9187-4900-883a-c96514cd8e15" providerId="ADAL" clId="{5E51067F-94D7-505D-9735-0698788361AC}" dt="2026-06-02T13:50:40.588" v="1381"/>
          <ac:spMkLst>
            <pc:docMk/>
            <pc:sldMk cId="2240045113" sldId="269"/>
            <ac:spMk id="51" creationId="{BA92200C-B2B6-3D29-ADF7-276CDBE28530}"/>
          </ac:spMkLst>
        </pc:spChg>
        <pc:spChg chg="mod">
          <ac:chgData name="Schilling Sabine HSLU W" userId="b0e2af5c-9187-4900-883a-c96514cd8e15" providerId="ADAL" clId="{5E51067F-94D7-505D-9735-0698788361AC}" dt="2026-06-02T13:50:40.588" v="1381"/>
          <ac:spMkLst>
            <pc:docMk/>
            <pc:sldMk cId="2240045113" sldId="269"/>
            <ac:spMk id="54" creationId="{BCEE9E09-2B9A-2286-03DC-94D270775939}"/>
          </ac:spMkLst>
        </pc:spChg>
        <pc:spChg chg="mod">
          <ac:chgData name="Schilling Sabine HSLU W" userId="b0e2af5c-9187-4900-883a-c96514cd8e15" providerId="ADAL" clId="{5E51067F-94D7-505D-9735-0698788361AC}" dt="2026-06-02T13:51:32.543" v="1446" actId="12788"/>
          <ac:spMkLst>
            <pc:docMk/>
            <pc:sldMk cId="2240045113" sldId="269"/>
            <ac:spMk id="82" creationId="{8D6F2399-DF85-4CD4-9F2D-985C88A76A32}"/>
          </ac:spMkLst>
        </pc:spChg>
        <pc:spChg chg="mod">
          <ac:chgData name="Schilling Sabine HSLU W" userId="b0e2af5c-9187-4900-883a-c96514cd8e15" providerId="ADAL" clId="{5E51067F-94D7-505D-9735-0698788361AC}" dt="2026-06-02T13:51:24.444" v="1445" actId="12788"/>
          <ac:spMkLst>
            <pc:docMk/>
            <pc:sldMk cId="2240045113" sldId="269"/>
            <ac:spMk id="88" creationId="{522DDEDF-F993-8D31-6D56-2CFD055A14BD}"/>
          </ac:spMkLst>
        </pc:spChg>
        <pc:spChg chg="mod">
          <ac:chgData name="Schilling Sabine HSLU W" userId="b0e2af5c-9187-4900-883a-c96514cd8e15" providerId="ADAL" clId="{5E51067F-94D7-505D-9735-0698788361AC}" dt="2026-06-02T14:00:35.831" v="1541" actId="1036"/>
          <ac:spMkLst>
            <pc:docMk/>
            <pc:sldMk cId="2240045113" sldId="269"/>
            <ac:spMk id="453" creationId="{8787C151-1864-F9A9-0099-91280E23FBE8}"/>
          </ac:spMkLst>
        </pc:spChg>
        <pc:spChg chg="mod">
          <ac:chgData name="Schilling Sabine HSLU W" userId="b0e2af5c-9187-4900-883a-c96514cd8e15" providerId="ADAL" clId="{5E51067F-94D7-505D-9735-0698788361AC}" dt="2026-06-02T14:00:49.230" v="1544" actId="1076"/>
          <ac:spMkLst>
            <pc:docMk/>
            <pc:sldMk cId="2240045113" sldId="269"/>
            <ac:spMk id="454" creationId="{6710FC12-8826-3A8A-AA24-1024359314B8}"/>
          </ac:spMkLst>
        </pc:spChg>
        <pc:spChg chg="mod">
          <ac:chgData name="Schilling Sabine HSLU W" userId="b0e2af5c-9187-4900-883a-c96514cd8e15" providerId="ADAL" clId="{5E51067F-94D7-505D-9735-0698788361AC}" dt="2026-06-02T14:03:28.662" v="1566" actId="554"/>
          <ac:spMkLst>
            <pc:docMk/>
            <pc:sldMk cId="2240045113" sldId="269"/>
            <ac:spMk id="455" creationId="{49CC2BB4-0C05-0EA8-72A9-E56FC455D346}"/>
          </ac:spMkLst>
        </pc:spChg>
        <pc:spChg chg="mod">
          <ac:chgData name="Schilling Sabine HSLU W" userId="b0e2af5c-9187-4900-883a-c96514cd8e15" providerId="ADAL" clId="{5E51067F-94D7-505D-9735-0698788361AC}" dt="2026-06-02T14:00:35.831" v="1541" actId="1036"/>
          <ac:spMkLst>
            <pc:docMk/>
            <pc:sldMk cId="2240045113" sldId="269"/>
            <ac:spMk id="457" creationId="{AE241776-F0C5-523F-4D7D-472302D0E677}"/>
          </ac:spMkLst>
        </pc:spChg>
        <pc:spChg chg="mod">
          <ac:chgData name="Schilling Sabine HSLU W" userId="b0e2af5c-9187-4900-883a-c96514cd8e15" providerId="ADAL" clId="{5E51067F-94D7-505D-9735-0698788361AC}" dt="2026-06-02T13:50:40.588" v="1381"/>
          <ac:spMkLst>
            <pc:docMk/>
            <pc:sldMk cId="2240045113" sldId="269"/>
            <ac:spMk id="462" creationId="{8FA6DF94-EC96-6204-CBB1-189491F5ECCE}"/>
          </ac:spMkLst>
        </pc:spChg>
        <pc:spChg chg="mod">
          <ac:chgData name="Schilling Sabine HSLU W" userId="b0e2af5c-9187-4900-883a-c96514cd8e15" providerId="ADAL" clId="{5E51067F-94D7-505D-9735-0698788361AC}" dt="2026-06-02T13:50:40.588" v="1381"/>
          <ac:spMkLst>
            <pc:docMk/>
            <pc:sldMk cId="2240045113" sldId="269"/>
            <ac:spMk id="465" creationId="{C758BAA6-A6D7-21FC-905E-A656BAEE8FFA}"/>
          </ac:spMkLst>
        </pc:spChg>
        <pc:spChg chg="mod">
          <ac:chgData name="Schilling Sabine HSLU W" userId="b0e2af5c-9187-4900-883a-c96514cd8e15" providerId="ADAL" clId="{5E51067F-94D7-505D-9735-0698788361AC}" dt="2026-06-02T13:50:40.588" v="1381"/>
          <ac:spMkLst>
            <pc:docMk/>
            <pc:sldMk cId="2240045113" sldId="269"/>
            <ac:spMk id="466" creationId="{F8A06400-AFE6-04CC-14DE-3084B1BFE982}"/>
          </ac:spMkLst>
        </pc:spChg>
        <pc:spChg chg="mod">
          <ac:chgData name="Schilling Sabine HSLU W" userId="b0e2af5c-9187-4900-883a-c96514cd8e15" providerId="ADAL" clId="{5E51067F-94D7-505D-9735-0698788361AC}" dt="2026-06-02T13:50:40.588" v="1381"/>
          <ac:spMkLst>
            <pc:docMk/>
            <pc:sldMk cId="2240045113" sldId="269"/>
            <ac:spMk id="471" creationId="{11725C34-2DFA-CD98-4C43-1E49D1A97C34}"/>
          </ac:spMkLst>
        </pc:spChg>
        <pc:spChg chg="mod">
          <ac:chgData name="Schilling Sabine HSLU W" userId="b0e2af5c-9187-4900-883a-c96514cd8e15" providerId="ADAL" clId="{5E51067F-94D7-505D-9735-0698788361AC}" dt="2026-06-02T13:50:40.588" v="1381"/>
          <ac:spMkLst>
            <pc:docMk/>
            <pc:sldMk cId="2240045113" sldId="269"/>
            <ac:spMk id="478" creationId="{A197D5BB-369A-CA5E-7184-F75B09BA6C56}"/>
          </ac:spMkLst>
        </pc:spChg>
        <pc:spChg chg="mod">
          <ac:chgData name="Schilling Sabine HSLU W" userId="b0e2af5c-9187-4900-883a-c96514cd8e15" providerId="ADAL" clId="{5E51067F-94D7-505D-9735-0698788361AC}" dt="2026-06-02T13:50:40.588" v="1381"/>
          <ac:spMkLst>
            <pc:docMk/>
            <pc:sldMk cId="2240045113" sldId="269"/>
            <ac:spMk id="482" creationId="{2CBC8C1E-14E3-9353-9BC1-6129ABAD5E4A}"/>
          </ac:spMkLst>
        </pc:spChg>
        <pc:spChg chg="mod">
          <ac:chgData name="Schilling Sabine HSLU W" userId="b0e2af5c-9187-4900-883a-c96514cd8e15" providerId="ADAL" clId="{5E51067F-94D7-505D-9735-0698788361AC}" dt="2026-06-02T13:50:40.588" v="1381"/>
          <ac:spMkLst>
            <pc:docMk/>
            <pc:sldMk cId="2240045113" sldId="269"/>
            <ac:spMk id="485" creationId="{3982F83E-75BE-756A-F939-EB12B762F00D}"/>
          </ac:spMkLst>
        </pc:spChg>
        <pc:spChg chg="mod">
          <ac:chgData name="Schilling Sabine HSLU W" userId="b0e2af5c-9187-4900-883a-c96514cd8e15" providerId="ADAL" clId="{5E51067F-94D7-505D-9735-0698788361AC}" dt="2026-06-02T13:51:32.543" v="1446" actId="12788"/>
          <ac:spMkLst>
            <pc:docMk/>
            <pc:sldMk cId="2240045113" sldId="269"/>
            <ac:spMk id="508" creationId="{F2EEC853-B5F4-AE82-D557-70FF733A6474}"/>
          </ac:spMkLst>
        </pc:spChg>
        <pc:grpChg chg="mod">
          <ac:chgData name="Schilling Sabine HSLU W" userId="b0e2af5c-9187-4900-883a-c96514cd8e15" providerId="ADAL" clId="{5E51067F-94D7-505D-9735-0698788361AC}" dt="2026-06-02T13:54:45.881" v="1496" actId="1076"/>
          <ac:grpSpMkLst>
            <pc:docMk/>
            <pc:sldMk cId="2240045113" sldId="269"/>
            <ac:grpSpMk id="5" creationId="{5A19C7CC-0E74-4E1A-32D7-CF034398AEC0}"/>
          </ac:grpSpMkLst>
        </pc:grpChg>
        <pc:grpChg chg="del">
          <ac:chgData name="Schilling Sabine HSLU W" userId="b0e2af5c-9187-4900-883a-c96514cd8e15" providerId="ADAL" clId="{5E51067F-94D7-505D-9735-0698788361AC}" dt="2026-06-02T13:46:29.888" v="1254" actId="478"/>
          <ac:grpSpMkLst>
            <pc:docMk/>
            <pc:sldMk cId="2240045113" sldId="269"/>
            <ac:grpSpMk id="491" creationId="{641EA36E-85A0-E127-1DB1-F9AF121349F3}"/>
          </ac:grpSpMkLst>
        </pc:grpChg>
        <pc:cxnChg chg="mod">
          <ac:chgData name="Schilling Sabine HSLU W" userId="b0e2af5c-9187-4900-883a-c96514cd8e15" providerId="ADAL" clId="{5E51067F-94D7-505D-9735-0698788361AC}" dt="2026-06-02T14:04:19.112" v="1571" actId="14100"/>
          <ac:cxnSpMkLst>
            <pc:docMk/>
            <pc:sldMk cId="2240045113" sldId="269"/>
            <ac:cxnSpMk id="11" creationId="{C83D07BD-DBB7-BF05-743E-1A33C187F2CD}"/>
          </ac:cxnSpMkLst>
        </pc:cxnChg>
        <pc:cxnChg chg="mod">
          <ac:chgData name="Schilling Sabine HSLU W" userId="b0e2af5c-9187-4900-883a-c96514cd8e15" providerId="ADAL" clId="{5E51067F-94D7-505D-9735-0698788361AC}" dt="2026-06-02T14:03:28.662" v="1566" actId="554"/>
          <ac:cxnSpMkLst>
            <pc:docMk/>
            <pc:sldMk cId="2240045113" sldId="269"/>
            <ac:cxnSpMk id="12" creationId="{4DBB9421-CD2B-E5A9-F56E-68A1564FE903}"/>
          </ac:cxnSpMkLst>
        </pc:cxnChg>
        <pc:cxnChg chg="mod">
          <ac:chgData name="Schilling Sabine HSLU W" userId="b0e2af5c-9187-4900-883a-c96514cd8e15" providerId="ADAL" clId="{5E51067F-94D7-505D-9735-0698788361AC}" dt="2026-06-02T14:03:47.147" v="1567" actId="14100"/>
          <ac:cxnSpMkLst>
            <pc:docMk/>
            <pc:sldMk cId="2240045113" sldId="269"/>
            <ac:cxnSpMk id="13" creationId="{E6E1B742-1A65-889F-8AA9-69419B78C611}"/>
          </ac:cxnSpMkLst>
        </pc:cxnChg>
        <pc:cxnChg chg="del">
          <ac:chgData name="Schilling Sabine HSLU W" userId="b0e2af5c-9187-4900-883a-c96514cd8e15" providerId="ADAL" clId="{5E51067F-94D7-505D-9735-0698788361AC}" dt="2026-06-02T13:47:33.767" v="1269" actId="478"/>
          <ac:cxnSpMkLst>
            <pc:docMk/>
            <pc:sldMk cId="2240045113" sldId="269"/>
            <ac:cxnSpMk id="451" creationId="{CC515244-A2E0-4325-F4B5-7B9366E428D1}"/>
          </ac:cxnSpMkLst>
        </pc:cxnChg>
        <pc:cxnChg chg="mod">
          <ac:chgData name="Schilling Sabine HSLU W" userId="b0e2af5c-9187-4900-883a-c96514cd8e15" providerId="ADAL" clId="{5E51067F-94D7-505D-9735-0698788361AC}" dt="2026-06-02T13:51:48.398" v="1461" actId="1035"/>
          <ac:cxnSpMkLst>
            <pc:docMk/>
            <pc:sldMk cId="2240045113" sldId="269"/>
            <ac:cxnSpMk id="458" creationId="{24DA0A73-0CBF-A371-9E15-F1B206E91F7B}"/>
          </ac:cxnSpMkLst>
        </pc:cxnChg>
        <pc:cxnChg chg="del">
          <ac:chgData name="Schilling Sabine HSLU W" userId="b0e2af5c-9187-4900-883a-c96514cd8e15" providerId="ADAL" clId="{5E51067F-94D7-505D-9735-0698788361AC}" dt="2026-06-02T13:46:29.888" v="1254" actId="478"/>
          <ac:cxnSpMkLst>
            <pc:docMk/>
            <pc:sldMk cId="2240045113" sldId="269"/>
            <ac:cxnSpMk id="492" creationId="{B217A08F-D63B-CE34-F39A-5716A078290D}"/>
          </ac:cxnSpMkLst>
        </pc:cxnChg>
        <pc:cxnChg chg="del">
          <ac:chgData name="Schilling Sabine HSLU W" userId="b0e2af5c-9187-4900-883a-c96514cd8e15" providerId="ADAL" clId="{5E51067F-94D7-505D-9735-0698788361AC}" dt="2026-06-02T13:46:33.584" v="1256" actId="478"/>
          <ac:cxnSpMkLst>
            <pc:docMk/>
            <pc:sldMk cId="2240045113" sldId="269"/>
            <ac:cxnSpMk id="493" creationId="{4B8AE6CD-870E-0A7F-736E-7233D247F27B}"/>
          </ac:cxnSpMkLst>
        </pc:cxnChg>
        <pc:cxnChg chg="add mod">
          <ac:chgData name="Schilling Sabine HSLU W" userId="b0e2af5c-9187-4900-883a-c96514cd8e15" providerId="ADAL" clId="{5E51067F-94D7-505D-9735-0698788361AC}" dt="2026-06-02T13:55:12.418" v="1516" actId="1038"/>
          <ac:cxnSpMkLst>
            <pc:docMk/>
            <pc:sldMk cId="2240045113" sldId="269"/>
            <ac:cxnSpMk id="499" creationId="{99CC29CC-80D9-57F3-374B-CF312A9FE5D2}"/>
          </ac:cxnSpMkLst>
        </pc:cxnChg>
        <pc:cxnChg chg="del mod">
          <ac:chgData name="Schilling Sabine HSLU W" userId="b0e2af5c-9187-4900-883a-c96514cd8e15" providerId="ADAL" clId="{5E51067F-94D7-505D-9735-0698788361AC}" dt="2026-06-02T13:50:19.757" v="1371" actId="478"/>
          <ac:cxnSpMkLst>
            <pc:docMk/>
            <pc:sldMk cId="2240045113" sldId="269"/>
            <ac:cxnSpMk id="511" creationId="{099C2605-750B-7080-0066-E08E579D965A}"/>
          </ac:cxnSpMkLst>
        </pc:cxnChg>
      </pc:sldChg>
      <pc:sldChg chg="modSp add del mod ord">
        <pc:chgData name="Schilling Sabine HSLU W" userId="b0e2af5c-9187-4900-883a-c96514cd8e15" providerId="ADAL" clId="{5E51067F-94D7-505D-9735-0698788361AC}" dt="2026-06-02T07:24:51.622" v="1252" actId="2696"/>
        <pc:sldMkLst>
          <pc:docMk/>
          <pc:sldMk cId="3345926880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0CB0B-0FB7-4BF9-9BF7-C942A91E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4D0570D-2AF5-0DC5-DE2C-1E482F605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45DB405-8C50-749A-C3CF-EE639F729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B510D6-E7AA-144E-0779-8A022B0CA9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60675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10.png"/><Relationship Id="rId3" Type="http://schemas.openxmlformats.org/officeDocument/2006/relationships/image" Target="../media/image2.png"/><Relationship Id="rId7" Type="http://schemas.openxmlformats.org/officeDocument/2006/relationships/image" Target="../media/image3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1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0DF8AF3-4E85-7DF0-2FA6-A0B5C6F5D206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187C39A3-A174-52AC-CD73-6D828A52F04A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068FF5E1-F079-DF9D-FD7C-E268420CF978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69771035-549E-AC26-2C17-18F5675C2C77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EAA44F0D-CC8D-6089-131A-2E1FE6EFFBE2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BBD0A08-95D2-F972-F4D4-79B7324DC9BB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E9381FD-69C7-430A-E209-F66858BC4F1A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274C6E35-BABE-7694-0978-CD95FB70192A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F60B4F5F-1A5A-6983-57F2-9A558C4A2A4B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7DB92D34-6BE9-8F72-335D-782116FA9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DA797C15-DD84-EA62-E689-E0352D91B0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4A3E3BE-C2F2-8A60-46BA-B43DEC661C8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9D6DD951-0BCF-B830-BA0E-BD736C52D67E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1BB6760B-CE33-E359-98D8-3A80AB6E2061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B76B0ED-5429-C912-842E-CDB7822669E7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19BD8C5-7449-CD5B-D48B-19A9044FB288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E123BC7C-F283-90C7-9FF1-57E54814808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C46745CE-C7B4-E504-43D7-3E24A8313AFE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C9EA7BC2-E403-97C7-5BD2-9F31E6AA3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2581601F-B896-CD09-F0EE-654B1B1B42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131015DD-CA84-ED99-C942-175FC34408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9444F9C2-945C-821C-AA18-6996A89459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176BE39-0DC3-4460-A1E3-B164CF21631E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96C0ED5-86FD-C69F-7040-AA1BEEA2F5DF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3058B38B-2ED7-9E1F-F998-9BF78ADED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C6503C36-7FD5-F491-6D2E-6C39315C218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07A7E073-1A96-35BA-9DCF-25FAEA9485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44FE817B-F0CA-DF20-CA68-5630D7BA93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49649FEE-F4D0-3CC0-B563-DD56D0D28311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4FFC3366-C9F6-DB2B-BE73-6C00D9BA03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5BF45602-2F67-4168-59E4-A3998969C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5CCF68E2-CE13-5735-609B-5C127D7431F9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AE475B88-AB1E-D266-5235-BF5F930BE9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9B9EE9F6-5702-287C-F8A2-654F20C07D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9D680ABF-B40E-64A8-8CA2-ADD967E39ABF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91CC0555-9927-4C62-300B-210270F9CD9D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3E5F604F-EE46-86FF-7411-4BCCBA43E137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7895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FB594199-4842-336C-C6AB-F270575BA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6D84C37-699D-500C-F36D-ECD7231CD95A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9840289F-EBDC-80F4-2B45-B5F2274BB5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450570A0-E57C-AAA8-B3DD-EEE2B1F40B40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DDFFE7DA-DB88-38E7-33BE-4F281C3F126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545CD492-C1A1-75D3-BE75-B9663E5A19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94EC5588-4A68-7DDB-8F44-714614668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9A3AE00-9BB2-C9E1-3306-F4DC55F0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C20A78F-E4FB-C38A-458D-C8E8F7B160D2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326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00EC0-CAB7-0213-2C5D-C0D92A4BD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A19C7CC-0E74-4E1A-32D7-CF034398AEC0}"/>
              </a:ext>
            </a:extLst>
          </p:cNvPr>
          <p:cNvGrpSpPr/>
          <p:nvPr/>
        </p:nvGrpSpPr>
        <p:grpSpPr>
          <a:xfrm>
            <a:off x="0" y="1673934"/>
            <a:ext cx="12251028" cy="4946413"/>
            <a:chOff x="168318" y="1153689"/>
            <a:chExt cx="12251028" cy="4871133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74382665-B195-C16C-247E-B03779CF5476}"/>
                </a:ext>
              </a:extLst>
            </p:cNvPr>
            <p:cNvGrpSpPr/>
            <p:nvPr/>
          </p:nvGrpSpPr>
          <p:grpSpPr>
            <a:xfrm>
              <a:off x="168318" y="1153689"/>
              <a:ext cx="12251028" cy="4871133"/>
              <a:chOff x="176103" y="1290852"/>
              <a:chExt cx="12251028" cy="4871133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A379680-15DE-9B30-D7C1-743679B01E4F}"/>
                  </a:ext>
                </a:extLst>
              </p:cNvPr>
              <p:cNvSpPr txBox="1"/>
              <p:nvPr/>
            </p:nvSpPr>
            <p:spPr>
              <a:xfrm>
                <a:off x="4844240" y="2341659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024A88CF-A28C-573D-1726-865D08AAB953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DDAB994-3452-8483-B270-D28711166710}"/>
                      </a:ext>
                    </a:extLst>
                  </p:cNvPr>
                  <p:cNvSpPr txBox="1"/>
                  <p:nvPr/>
                </p:nvSpPr>
                <p:spPr>
                  <a:xfrm>
                    <a:off x="3476487" y="1290852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4625" indent="-174625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DDAB994-3452-8483-B270-D287111667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76487" y="1290852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2703" b="-8108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A04F549C-A396-D5FE-F865-2031B3EABF75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29371A3-9F78-53D2-DAD8-0217ABE7F6CC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B2A6270A-65FB-91F0-9A15-A5A4E606550B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126BA1AE-559C-7C26-D5AE-C0CD20F64548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65573D5-D5B0-664B-7597-8E8E00B6DA42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EAC789E8-94DF-F1FD-3434-52BDF25615B0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700C0E20-FA6C-6DD3-F876-6A17019CE20A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EA944143-686B-F519-96A2-E39E7442B9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5DCC617C-FB9A-B58A-8D0A-2ED1110F08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64D4C1E-79FD-5C09-DEBD-110DC43DD19D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515D54C6-3B03-2E08-4597-56850FBD5013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0354C7B1-7B73-BC8C-4404-7511081D8459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8D6F2399-DF85-4CD4-9F2D-985C88A76A32}"/>
                      </a:ext>
                    </a:extLst>
                  </p:cNvPr>
                  <p:cNvSpPr txBox="1"/>
                  <p:nvPr/>
                </p:nvSpPr>
                <p:spPr>
                  <a:xfrm>
                    <a:off x="929604" y="3022468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8D6F2399-DF85-4CD4-9F2D-985C88A76A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9604" y="3022468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22DDEDF-F993-8D31-6D56-2CFD055A14BD}"/>
                      </a:ext>
                    </a:extLst>
                  </p:cNvPr>
                  <p:cNvSpPr txBox="1"/>
                  <p:nvPr/>
                </p:nvSpPr>
                <p:spPr>
                  <a:xfrm>
                    <a:off x="6543875" y="3055480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22DDEDF-F993-8D31-6D56-2CFD055A14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3875" y="3055480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6ACE126-697D-0B41-1BA2-A1EA7855D28F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D9D54F0B-4993-B6D4-E6D3-7E1F33E4AE65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F1038796-4498-6897-113C-3272E4198AAE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4818EEB0-C92B-3973-5350-9528FBB0C1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5248D501-D621-B848-39AB-F07E26CDA6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36E288C-7E2D-6B5F-3237-7A5FC87C9BB3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584EB29-3E2B-2F14-53A1-5B7023B6BC50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4DBB9421-CD2B-E5A9-F56E-68A1564FE903}"/>
                  </a:ext>
                </a:extLst>
              </p:cNvPr>
              <p:cNvCxnSpPr>
                <a:cxnSpLocks/>
                <a:stCxn id="7" idx="2"/>
              </p:cNvCxnSpPr>
              <p:nvPr/>
            </p:nvCxnSpPr>
            <p:spPr>
              <a:xfrm>
                <a:off x="6273543" y="1752517"/>
                <a:ext cx="0" cy="58048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15A6D376-F389-050A-CF41-5FE657B018A9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081320F-5631-EBE6-01D3-10CF62FE0517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117A74A3-630A-616A-7778-00F3E6040CA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C1A8505A-F8C1-DC9F-5AA1-7D0C383720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5C5EA20D-9F45-6B9F-1A3E-3F3BD39B3C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853AC6A4-06F3-8D30-99B8-2FF5C39B4023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DA7EB805-3DC6-ABAC-59BE-76EF7A04A3F8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A2287986-0014-4EFE-106C-351A570025F4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C133328B-01B7-255D-2665-213B17976C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AA41B8A7-89D5-A429-5F32-9CB3C41C58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2E1E0CF2-A153-3438-85C1-45BF2699B401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27C1A27A-F44A-188F-52F6-9A1BEB91BF87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A3F49D3D-7071-DA59-BB46-725FDE094266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8ACD481C-2E24-026F-715D-051C65D4B3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8787C151-1864-F9A9-0099-91280E23FBE8}"/>
                  </a:ext>
                </a:extLst>
              </p:cNvPr>
              <p:cNvSpPr txBox="1"/>
              <p:nvPr/>
            </p:nvSpPr>
            <p:spPr>
              <a:xfrm>
                <a:off x="371932" y="1518116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6710FC12-8826-3A8A-AA24-1024359314B8}"/>
                  </a:ext>
                </a:extLst>
              </p:cNvPr>
              <p:cNvSpPr txBox="1"/>
              <p:nvPr/>
            </p:nvSpPr>
            <p:spPr>
              <a:xfrm>
                <a:off x="306876" y="1315788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49CC2BB4-0C05-0EA8-72A9-E56FC455D346}"/>
                  </a:ext>
                </a:extLst>
              </p:cNvPr>
              <p:cNvSpPr/>
              <p:nvPr/>
            </p:nvSpPr>
            <p:spPr>
              <a:xfrm>
                <a:off x="264845" y="1290852"/>
                <a:ext cx="2562767" cy="14100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AE241776-F0C5-523F-4D7D-472302D0E677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5" y="2194101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AE241776-F0C5-523F-4D7D-472302D0E6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5" y="2194101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810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24DA0A73-0CBF-A371-9E15-F1B206E91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73975" y="3310805"/>
                <a:ext cx="0" cy="493567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2EEC853-B5F4-AE82-D557-70FF733A6474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85922C18-7522-3DBA-8402-02ACD6049518}"/>
                  </a:ext>
                </a:extLst>
              </p:cNvPr>
              <p:cNvSpPr txBox="1"/>
              <p:nvPr/>
            </p:nvSpPr>
            <p:spPr>
              <a:xfrm>
                <a:off x="393079" y="1855690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EE8327E2-56CB-2525-8B04-FBEE5361211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ABD10961-0BA3-F1C9-B7E4-50571C2C96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7BC90F6C-398E-0CB2-8F49-450CE01E00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83D07BD-DBB7-BF05-743E-1A33C187F2CD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>
              <a:off x="2275224" y="2481495"/>
              <a:ext cx="3996032" cy="5243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E6E1B742-1A65-889F-8AA9-69419B78C611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6271256" y="2486905"/>
              <a:ext cx="1167650" cy="43141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9" name="Gerade Verbindung mit Pfeil 498">
            <a:extLst>
              <a:ext uri="{FF2B5EF4-FFF2-40B4-BE49-F238E27FC236}">
                <a16:creationId xmlns:a16="http://schemas.microsoft.com/office/drawing/2014/main" id="{99CC29CC-80D9-57F3-374B-CF312A9FE5D2}"/>
              </a:ext>
            </a:extLst>
          </p:cNvPr>
          <p:cNvCxnSpPr>
            <a:cxnSpLocks/>
          </p:cNvCxnSpPr>
          <p:nvPr/>
        </p:nvCxnSpPr>
        <p:spPr>
          <a:xfrm>
            <a:off x="1672857" y="3698487"/>
            <a:ext cx="0" cy="49356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045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</Words>
  <Application>Microsoft Macintosh PowerPoint</Application>
  <PresentationFormat>Breitbild</PresentationFormat>
  <Paragraphs>70</Paragraphs>
  <Slides>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2026-06-02T14:04:27Z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