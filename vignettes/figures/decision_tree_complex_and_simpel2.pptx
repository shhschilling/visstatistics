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3" r:id="rId2"/>
    <p:sldId id="268" r:id="rId3"/>
    <p:sldId id="266" r:id="rId4"/>
    <p:sldId id="267" r:id="rId5"/>
    <p:sldId id="26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8EEEC-6D0D-974F-9B22-88F707F8C934}" v="5" dt="2025-12-27T19:14:49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55"/>
    <p:restoredTop sz="79372"/>
  </p:normalViewPr>
  <p:slideViewPr>
    <p:cSldViewPr snapToGrid="0" snapToObjects="1" showGuides="1">
      <p:cViewPr>
        <p:scale>
          <a:sx n="100" d="100"/>
          <a:sy n="100" d="100"/>
        </p:scale>
        <p:origin x="144" y="-464"/>
      </p:cViewPr>
      <p:guideLst>
        <p:guide orient="horz" pos="2273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CBAC-80CA-C9E5-1A92-02ABE05A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42F94E-FBA1-6FD3-2FDD-8FD64E13A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313A6E-DF05-61B9-CCCC-E311E1AB0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6AFF59-FEAA-3522-91AB-6633E0E54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869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7F45-7EF1-D927-B425-FEBF8F21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D8FE8E-1EF5-5D4E-B9E2-B787071D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A3FDF7B-EF68-1A52-15E1-FC15EAB6D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81BC71-0385-B021-3311-56624E705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819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24B0-7C97-EEF9-4EE9-87000410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D2B6BD-8E77-688C-BA14-074C53DA8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B3410F-5591-A32D-D8AB-CB79C43FE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16B48-F2F4-F787-F151-A13B6A2B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398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184C-C4BD-BB61-D66B-24B916B3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818C13-3D2D-35E3-FF9A-4C24E1DE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DE5185-7996-6C26-5369-88D6B2B8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F05A4-D8C9-67DF-332B-05E1207AD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372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88EE-91B3-6B33-D62F-87575B0E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CEA92B-4F3F-5C95-8231-B65F18C51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496C98-BE58-6F55-9096-58689F26E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30AC4E-9D24-2DA0-9E8B-FF011C947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83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8" Type="http://schemas.openxmlformats.org/officeDocument/2006/relationships/image" Target="../media/image16.png"/><Relationship Id="rId26" Type="http://schemas.openxmlformats.org/officeDocument/2006/relationships/image" Target="../media/image37.png"/><Relationship Id="rId3" Type="http://schemas.openxmlformats.org/officeDocument/2006/relationships/image" Target="../media/image13.png"/><Relationship Id="rId21" Type="http://schemas.openxmlformats.org/officeDocument/2006/relationships/image" Target="../media/image32.png"/><Relationship Id="rId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24" Type="http://schemas.openxmlformats.org/officeDocument/2006/relationships/image" Target="../media/image35.png"/><Relationship Id="rId5" Type="http://schemas.openxmlformats.org/officeDocument/2006/relationships/image" Target="../media/image15.png"/><Relationship Id="rId23" Type="http://schemas.openxmlformats.org/officeDocument/2006/relationships/image" Target="../media/image34.png"/><Relationship Id="rId19" Type="http://schemas.openxmlformats.org/officeDocument/2006/relationships/image" Target="../media/image30.png"/><Relationship Id="rId4" Type="http://schemas.openxmlformats.org/officeDocument/2006/relationships/image" Target="../media/image14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6.png"/><Relationship Id="rId3" Type="http://schemas.openxmlformats.org/officeDocument/2006/relationships/image" Target="../media/image39.png"/><Relationship Id="rId21" Type="http://schemas.openxmlformats.org/officeDocument/2006/relationships/image" Target="../media/image44.png"/><Relationship Id="rId7" Type="http://schemas.openxmlformats.org/officeDocument/2006/relationships/image" Target="../media/image43.png"/><Relationship Id="rId25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24" Type="http://schemas.openxmlformats.org/officeDocument/2006/relationships/image" Target="../media/image47.png"/><Relationship Id="rId5" Type="http://schemas.openxmlformats.org/officeDocument/2006/relationships/image" Target="../media/image41.png"/><Relationship Id="rId23" Type="http://schemas.openxmlformats.org/officeDocument/2006/relationships/image" Target="../media/image46.png"/><Relationship Id="rId19" Type="http://schemas.openxmlformats.org/officeDocument/2006/relationships/image" Target="../media/image30.png"/><Relationship Id="rId4" Type="http://schemas.openxmlformats.org/officeDocument/2006/relationships/image" Target="../media/image40.png"/><Relationship Id="rId2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5473-8372-0CB0-FE4D-728CA107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5E35EA9C-FEBE-F7AA-BDC9-ED635780E393}"/>
              </a:ext>
            </a:extLst>
          </p:cNvPr>
          <p:cNvSpPr txBox="1"/>
          <p:nvPr/>
        </p:nvSpPr>
        <p:spPr>
          <a:xfrm>
            <a:off x="262794" y="2202514"/>
            <a:ext cx="2959748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for both levels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78C569E1-DB23-CB0C-A928-57D8BBA49D6A}"/>
              </a:ext>
            </a:extLst>
          </p:cNvPr>
          <p:cNvSpPr txBox="1"/>
          <p:nvPr/>
        </p:nvSpPr>
        <p:spPr>
          <a:xfrm>
            <a:off x="10508890" y="220251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E9B517-669A-A3E8-F15A-202DABAD7FF4}"/>
              </a:ext>
            </a:extLst>
          </p:cNvPr>
          <p:cNvSpPr txBox="1"/>
          <p:nvPr/>
        </p:nvSpPr>
        <p:spPr>
          <a:xfrm>
            <a:off x="5130837" y="2201318"/>
            <a:ext cx="5300726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2EC0F17-6444-0146-79F6-B0A0994E06CF}"/>
                  </a:ext>
                </a:extLst>
              </p:cNvPr>
              <p:cNvSpPr txBox="1"/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954AB4D-A237-C043-A913-633703A9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3D3A366-6D44-C26E-6E05-62A8E58EE9A0}"/>
                  </a:ext>
                </a:extLst>
              </p:cNvPr>
              <p:cNvSpPr txBox="1"/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95FEA9A-D31C-504B-9808-C226C7EA0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B24B84B-57BA-D657-EE83-DC6EA07ECD63}"/>
                  </a:ext>
                </a:extLst>
              </p:cNvPr>
              <p:cNvSpPr txBox="1"/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503CA89-315E-D465-88DB-CCE4B312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89A3D29-1F28-5710-4322-8E0E843FD63E}"/>
                  </a:ext>
                </a:extLst>
              </p:cNvPr>
              <p:cNvSpPr txBox="1"/>
              <p:nvPr/>
            </p:nvSpPr>
            <p:spPr>
              <a:xfrm>
                <a:off x="3296687" y="1721123"/>
                <a:ext cx="14905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013A2E8-9419-9082-A924-2FDA53C06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687" y="1721123"/>
                <a:ext cx="1490532" cy="27699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7925C57-B83F-F4ED-E44E-2D5AFFE41E46}"/>
                  </a:ext>
                </a:extLst>
              </p:cNvPr>
              <p:cNvSpPr txBox="1"/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A7C589D-90CE-28E1-F515-49850CAAB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3093B7A-6007-2278-6E11-375A18299E1E}"/>
                  </a:ext>
                </a:extLst>
              </p:cNvPr>
              <p:cNvSpPr txBox="1"/>
              <p:nvPr/>
            </p:nvSpPr>
            <p:spPr>
              <a:xfrm>
                <a:off x="1782316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38B4D66-E2FD-3D06-F527-A82D7C3B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316" y="3003780"/>
                <a:ext cx="1440000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2EA55DF-447D-32B6-2670-C126520193D4}"/>
                  </a:ext>
                </a:extLst>
              </p:cNvPr>
              <p:cNvSpPr txBox="1"/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35D93BB-1C95-A787-6B51-42A0FF2A9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2B274C57-47A5-0ABA-DFF5-81AAB63B3B97}"/>
              </a:ext>
            </a:extLst>
          </p:cNvPr>
          <p:cNvSpPr txBox="1"/>
          <p:nvPr/>
        </p:nvSpPr>
        <p:spPr>
          <a:xfrm>
            <a:off x="219834" y="4971020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91E6A1-C0DD-A8BF-FDE5-EF1CAEFB82C9}"/>
              </a:ext>
            </a:extLst>
          </p:cNvPr>
          <p:cNvSpPr txBox="1"/>
          <p:nvPr/>
        </p:nvSpPr>
        <p:spPr>
          <a:xfrm>
            <a:off x="5130837" y="4971019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EA86F72-8DEC-9E26-7B92-C8A6805A32A3}"/>
              </a:ext>
            </a:extLst>
          </p:cNvPr>
          <p:cNvSpPr txBox="1"/>
          <p:nvPr/>
        </p:nvSpPr>
        <p:spPr>
          <a:xfrm>
            <a:off x="7636562" y="3878295"/>
            <a:ext cx="2795001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99A58F1-01F8-4DBA-2D1D-988946B9BD12}"/>
                  </a:ext>
                </a:extLst>
              </p:cNvPr>
              <p:cNvSpPr txBox="1"/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A843E82-AE36-2049-F32E-7DB7C257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41C1E7D8-E33E-CC3D-E8E0-DCB76ABCD3E1}"/>
                  </a:ext>
                </a:extLst>
              </p:cNvPr>
              <p:cNvSpPr txBox="1"/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E44A5B4-1C65-9447-A4FA-813B5715A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E0379432-4374-6AE3-86A1-F42903CFF5C6}"/>
              </a:ext>
            </a:extLst>
          </p:cNvPr>
          <p:cNvSpPr txBox="1"/>
          <p:nvPr/>
        </p:nvSpPr>
        <p:spPr>
          <a:xfrm>
            <a:off x="7579542" y="4968485"/>
            <a:ext cx="145799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6F34D79-5CDD-0689-6F44-C61920B40278}"/>
              </a:ext>
            </a:extLst>
          </p:cNvPr>
          <p:cNvSpPr txBox="1"/>
          <p:nvPr/>
        </p:nvSpPr>
        <p:spPr>
          <a:xfrm>
            <a:off x="9262621" y="4968284"/>
            <a:ext cx="1168942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2EA0EA9D-5FDD-E9DD-B4FD-BC8D1109708C}"/>
              </a:ext>
            </a:extLst>
          </p:cNvPr>
          <p:cNvGrpSpPr/>
          <p:nvPr/>
        </p:nvGrpSpPr>
        <p:grpSpPr>
          <a:xfrm>
            <a:off x="8296125" y="4173488"/>
            <a:ext cx="1289076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C5E55242-8FEE-C716-197D-84242C897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27FA3C4D-2D8F-FA43-4753-4E4263927BD2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EBFAA465-492F-79DA-DAEC-99C7CFF168FB}"/>
              </a:ext>
            </a:extLst>
          </p:cNvPr>
          <p:cNvSpPr txBox="1"/>
          <p:nvPr/>
        </p:nvSpPr>
        <p:spPr>
          <a:xfrm>
            <a:off x="9258228" y="5449810"/>
            <a:ext cx="1168942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843673E2-5838-CB1B-F1EC-DA40D4442EBB}"/>
              </a:ext>
            </a:extLst>
          </p:cNvPr>
          <p:cNvSpPr txBox="1"/>
          <p:nvPr/>
        </p:nvSpPr>
        <p:spPr>
          <a:xfrm>
            <a:off x="5130837" y="5449811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A395117-29A5-67C2-D655-F21F5248D8DA}"/>
              </a:ext>
            </a:extLst>
          </p:cNvPr>
          <p:cNvCxnSpPr>
            <a:cxnSpLocks/>
          </p:cNvCxnSpPr>
          <p:nvPr/>
        </p:nvCxnSpPr>
        <p:spPr>
          <a:xfrm flipH="1">
            <a:off x="4041194" y="1992541"/>
            <a:ext cx="15604" cy="2920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1107BE33-5F0E-0B16-46BA-9A49241DD8D8}"/>
              </a:ext>
            </a:extLst>
          </p:cNvPr>
          <p:cNvSpPr txBox="1"/>
          <p:nvPr/>
        </p:nvSpPr>
        <p:spPr>
          <a:xfrm>
            <a:off x="1792997" y="4971020"/>
            <a:ext cx="305366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5DFC6D8-0DD5-6B4B-5B93-49719EF391A3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43338" y="3280779"/>
            <a:ext cx="48272" cy="1690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DA53DAE-E716-E427-B882-40E7846D7FBB}"/>
              </a:ext>
            </a:extLst>
          </p:cNvPr>
          <p:cNvGrpSpPr/>
          <p:nvPr/>
        </p:nvGrpSpPr>
        <p:grpSpPr>
          <a:xfrm>
            <a:off x="824372" y="2492447"/>
            <a:ext cx="1552397" cy="469922"/>
            <a:chOff x="2719572" y="1536945"/>
            <a:chExt cx="1289076" cy="305400"/>
          </a:xfrm>
        </p:grpSpPr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A4BEFDE1-F611-30A7-9CD5-DA3B588D9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7B772305-1CE9-CCF4-F9F3-1FFD1173E9E2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AD6D20C0-C256-5115-7C27-86F3B7ED4CE6}"/>
                  </a:ext>
                </a:extLst>
              </p:cNvPr>
              <p:cNvSpPr txBox="1"/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74CB43FD-F472-800C-0BC9-D288FF873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44F275D-B8E4-7AF3-D04D-F6AEE1A74FC2}"/>
                  </a:ext>
                </a:extLst>
              </p:cNvPr>
              <p:cNvSpPr txBox="1"/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36DE9B5-559B-6581-9440-FF83D251A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05FBAA0A-4C91-C249-6337-082A6C113E9D}"/>
              </a:ext>
            </a:extLst>
          </p:cNvPr>
          <p:cNvSpPr txBox="1"/>
          <p:nvPr/>
        </p:nvSpPr>
        <p:spPr>
          <a:xfrm>
            <a:off x="10508557" y="5453366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19C72BB-9E44-2D20-AF7C-1861A2F5A8AD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4273F74C-1571-139D-1F0B-19208F3E1D81}"/>
              </a:ext>
            </a:extLst>
          </p:cNvPr>
          <p:cNvSpPr txBox="1"/>
          <p:nvPr/>
        </p:nvSpPr>
        <p:spPr>
          <a:xfrm>
            <a:off x="10508891" y="4951684"/>
            <a:ext cx="1618427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19AA40CE-7A40-924F-336E-94C4F2CAB151}"/>
              </a:ext>
            </a:extLst>
          </p:cNvPr>
          <p:cNvSpPr txBox="1"/>
          <p:nvPr/>
        </p:nvSpPr>
        <p:spPr>
          <a:xfrm>
            <a:off x="10508557" y="3876296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182" name="Gewinkelte Verbindung 181">
            <a:extLst>
              <a:ext uri="{FF2B5EF4-FFF2-40B4-BE49-F238E27FC236}">
                <a16:creationId xmlns:a16="http://schemas.microsoft.com/office/drawing/2014/main" id="{FE3309F6-0EE8-5E2C-AD82-03DFBC40BA1F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2519994" y="499147"/>
            <a:ext cx="1462504" cy="3336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6B29723A-91FD-720B-C456-74289C7ECE3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87643" y="499148"/>
            <a:ext cx="1512594" cy="334194"/>
          </a:xfrm>
          <a:prstGeom prst="bentConnector3">
            <a:avLst>
              <a:gd name="adj1" fmla="val 1014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Gerade Verbindung mit Pfeil 319">
            <a:extLst>
              <a:ext uri="{FF2B5EF4-FFF2-40B4-BE49-F238E27FC236}">
                <a16:creationId xmlns:a16="http://schemas.microsoft.com/office/drawing/2014/main" id="{01CE49E9-A60B-4E73-FB07-684539534307}"/>
              </a:ext>
            </a:extLst>
          </p:cNvPr>
          <p:cNvCxnSpPr>
            <a:cxnSpLocks/>
          </p:cNvCxnSpPr>
          <p:nvPr/>
        </p:nvCxnSpPr>
        <p:spPr>
          <a:xfrm>
            <a:off x="6189491" y="3402561"/>
            <a:ext cx="0" cy="1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Gerade Verbindung mit Pfeil 362">
            <a:extLst>
              <a:ext uri="{FF2B5EF4-FFF2-40B4-BE49-F238E27FC236}">
                <a16:creationId xmlns:a16="http://schemas.microsoft.com/office/drawing/2014/main" id="{3EB721E9-D597-9613-FA0A-FB6AD278B9E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502316" y="3280779"/>
            <a:ext cx="0" cy="1670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AC7D614-E1DB-4BC0-616B-DC2A395F7239}"/>
              </a:ext>
            </a:extLst>
          </p:cNvPr>
          <p:cNvSpPr txBox="1"/>
          <p:nvPr/>
        </p:nvSpPr>
        <p:spPr>
          <a:xfrm>
            <a:off x="305981" y="6396835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9BAC8A48-0ACF-3143-9D20-B737A9C1918E}"/>
              </a:ext>
            </a:extLst>
          </p:cNvPr>
          <p:cNvSpPr txBox="1"/>
          <p:nvPr/>
        </p:nvSpPr>
        <p:spPr>
          <a:xfrm>
            <a:off x="305981" y="5974839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F4E3AFD6-CA5A-EEED-1733-9FF6C0B3FD10}"/>
                  </a:ext>
                </a:extLst>
              </p:cNvPr>
              <p:cNvSpPr txBox="1"/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 xmlns="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9F3DB9C3-A6B3-DC3B-D937-ACB248DD1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381CB54D-CA19-996C-B3BE-8DF8B63153F3}"/>
                  </a:ext>
                </a:extLst>
              </p:cNvPr>
              <p:cNvSpPr txBox="1"/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 xmlns="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706DE281-AE3D-2689-6BA1-030155DA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0B777EA6-19F2-E874-204F-646EC1A02411}"/>
              </a:ext>
            </a:extLst>
          </p:cNvPr>
          <p:cNvSpPr txBox="1"/>
          <p:nvPr/>
        </p:nvSpPr>
        <p:spPr>
          <a:xfrm>
            <a:off x="305981" y="5743382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B93FC86A-558E-D7EC-B464-F59F6AFA4123}"/>
              </a:ext>
            </a:extLst>
          </p:cNvPr>
          <p:cNvGrpSpPr/>
          <p:nvPr/>
        </p:nvGrpSpPr>
        <p:grpSpPr>
          <a:xfrm>
            <a:off x="1666842" y="1127125"/>
            <a:ext cx="1785240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402B47C1-CE38-711E-9CB3-A6884AE48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9F6A4626-37AD-E831-FC98-2DD7A9779D7B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1FEA84E7-3312-B918-AA56-41FEC8BF6477}"/>
              </a:ext>
            </a:extLst>
          </p:cNvPr>
          <p:cNvCxnSpPr>
            <a:cxnSpLocks/>
          </p:cNvCxnSpPr>
          <p:nvPr/>
        </p:nvCxnSpPr>
        <p:spPr>
          <a:xfrm flipH="1">
            <a:off x="8287643" y="47586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Gerade Verbindung mit Pfeil 464">
            <a:extLst>
              <a:ext uri="{FF2B5EF4-FFF2-40B4-BE49-F238E27FC236}">
                <a16:creationId xmlns:a16="http://schemas.microsoft.com/office/drawing/2014/main" id="{ECE5EB49-AD5A-BEB2-5D0B-54321CE4865F}"/>
              </a:ext>
            </a:extLst>
          </p:cNvPr>
          <p:cNvCxnSpPr>
            <a:cxnSpLocks/>
          </p:cNvCxnSpPr>
          <p:nvPr/>
        </p:nvCxnSpPr>
        <p:spPr>
          <a:xfrm flipH="1">
            <a:off x="9767473" y="4763372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A92DDC36-A79D-8A9E-2E72-D086E5D5B063}"/>
              </a:ext>
            </a:extLst>
          </p:cNvPr>
          <p:cNvCxnSpPr>
            <a:cxnSpLocks/>
          </p:cNvCxnSpPr>
          <p:nvPr/>
        </p:nvCxnSpPr>
        <p:spPr>
          <a:xfrm flipH="1">
            <a:off x="8287643" y="524648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07A7613D-DE2D-0E14-3906-D084E6AFB2E3}"/>
              </a:ext>
            </a:extLst>
          </p:cNvPr>
          <p:cNvCxnSpPr>
            <a:cxnSpLocks/>
          </p:cNvCxnSpPr>
          <p:nvPr/>
        </p:nvCxnSpPr>
        <p:spPr>
          <a:xfrm flipH="1">
            <a:off x="9767473" y="525194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6FDDA7AC-5983-20E7-25C7-95261A18365D}"/>
              </a:ext>
            </a:extLst>
          </p:cNvPr>
          <p:cNvCxnSpPr>
            <a:cxnSpLocks/>
          </p:cNvCxnSpPr>
          <p:nvPr/>
        </p:nvCxnSpPr>
        <p:spPr>
          <a:xfrm flipH="1">
            <a:off x="6182061" y="52644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Gerade Verbindung mit Pfeil 495">
            <a:extLst>
              <a:ext uri="{FF2B5EF4-FFF2-40B4-BE49-F238E27FC236}">
                <a16:creationId xmlns:a16="http://schemas.microsoft.com/office/drawing/2014/main" id="{4CE60F72-BD69-479D-537D-5139143210F5}"/>
              </a:ext>
            </a:extLst>
          </p:cNvPr>
          <p:cNvCxnSpPr>
            <a:cxnSpLocks/>
          </p:cNvCxnSpPr>
          <p:nvPr/>
        </p:nvCxnSpPr>
        <p:spPr>
          <a:xfrm flipH="1">
            <a:off x="8946555" y="3270049"/>
            <a:ext cx="7967" cy="5975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8365221F-68D1-CF4F-1F64-3E730F1492F4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779530" y="1109786"/>
            <a:ext cx="1670" cy="10915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E259B30F-FD48-CC56-E299-9C67857DBBA5}"/>
              </a:ext>
            </a:extLst>
          </p:cNvPr>
          <p:cNvCxnSpPr>
            <a:cxnSpLocks/>
          </p:cNvCxnSpPr>
          <p:nvPr/>
        </p:nvCxnSpPr>
        <p:spPr>
          <a:xfrm flipH="1">
            <a:off x="1572292" y="1996567"/>
            <a:ext cx="4391" cy="18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CC0A9A9-2F6E-C5DA-3CA7-43172D8E36EC}"/>
              </a:ext>
            </a:extLst>
          </p:cNvPr>
          <p:cNvSpPr/>
          <p:nvPr/>
        </p:nvSpPr>
        <p:spPr>
          <a:xfrm>
            <a:off x="243603" y="5730875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BD88BE5-F3C3-7F3B-4D2E-DD503DC300B8}"/>
              </a:ext>
            </a:extLst>
          </p:cNvPr>
          <p:cNvGrpSpPr/>
          <p:nvPr/>
        </p:nvGrpSpPr>
        <p:grpSpPr>
          <a:xfrm>
            <a:off x="6911252" y="2511762"/>
            <a:ext cx="1552397" cy="469922"/>
            <a:chOff x="2719572" y="1536945"/>
            <a:chExt cx="1289076" cy="305400"/>
          </a:xfrm>
        </p:grpSpPr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6354D577-C14C-4B2E-AC54-4E5E8655DC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4DBC2560-38BF-85A3-1E53-70453BB01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48965A4D-327F-C44F-6C0A-C72A605F4EAA}"/>
              </a:ext>
            </a:extLst>
          </p:cNvPr>
          <p:cNvSpPr txBox="1"/>
          <p:nvPr/>
        </p:nvSpPr>
        <p:spPr>
          <a:xfrm>
            <a:off x="7579541" y="5464719"/>
            <a:ext cx="1592907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6627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FD06-8A0A-4DEE-60F2-162C3358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CFB235F-7722-89CC-BC69-CD0A5B7BA5D5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CFB235F-7722-89CC-BC69-CD0A5B7BA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A2EB4849-AF06-3316-B17C-D779EE7BBF10}"/>
              </a:ext>
            </a:extLst>
          </p:cNvPr>
          <p:cNvSpPr txBox="1"/>
          <p:nvPr/>
        </p:nvSpPr>
        <p:spPr>
          <a:xfrm>
            <a:off x="7906196" y="3574388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5213F1A6-0B69-E799-6D8D-96C7C8E417BC}"/>
              </a:ext>
            </a:extLst>
          </p:cNvPr>
          <p:cNvSpPr txBox="1"/>
          <p:nvPr/>
        </p:nvSpPr>
        <p:spPr>
          <a:xfrm>
            <a:off x="7873473" y="4273424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420AE77-3C19-E0F4-3825-134EC5351848}"/>
              </a:ext>
            </a:extLst>
          </p:cNvPr>
          <p:cNvSpPr txBox="1"/>
          <p:nvPr/>
        </p:nvSpPr>
        <p:spPr>
          <a:xfrm>
            <a:off x="6190820" y="3574388"/>
            <a:ext cx="144700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99AA0E-B5D0-7A55-05F6-5CA950C3AC27}"/>
              </a:ext>
            </a:extLst>
          </p:cNvPr>
          <p:cNvSpPr txBox="1"/>
          <p:nvPr/>
        </p:nvSpPr>
        <p:spPr>
          <a:xfrm>
            <a:off x="10466743" y="4273424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17476DD7-AEA6-51D3-4258-08AD66F479E8}"/>
              </a:ext>
            </a:extLst>
          </p:cNvPr>
          <p:cNvSpPr txBox="1"/>
          <p:nvPr/>
        </p:nvSpPr>
        <p:spPr>
          <a:xfrm>
            <a:off x="10466742" y="3578911"/>
            <a:ext cx="161842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1C877231-9B7F-ED55-6FF8-31E149391AB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BF60C32F-3D2F-6F1F-1A0C-C1C5CFD11BAC}"/>
              </a:ext>
            </a:extLst>
          </p:cNvPr>
          <p:cNvGrpSpPr/>
          <p:nvPr/>
        </p:nvGrpSpPr>
        <p:grpSpPr>
          <a:xfrm>
            <a:off x="2906791" y="729980"/>
            <a:ext cx="5142560" cy="528220"/>
            <a:chOff x="1278983" y="1339017"/>
            <a:chExt cx="2729665" cy="310727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89544885-B7F3-EEF1-9D07-93D42A6D2A4E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278983" y="1339017"/>
              <a:ext cx="1807783" cy="262316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83B435C4-A00C-6A1D-0DC4-E12AB23B98E7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86766" y="1339017"/>
              <a:ext cx="921882" cy="310727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19238A7F-EB0F-8792-C033-8BBC9B455475}"/>
              </a:ext>
            </a:extLst>
          </p:cNvPr>
          <p:cNvCxnSpPr>
            <a:cxnSpLocks/>
          </p:cNvCxnSpPr>
          <p:nvPr/>
        </p:nvCxnSpPr>
        <p:spPr>
          <a:xfrm>
            <a:off x="7783227" y="729980"/>
            <a:ext cx="0" cy="205053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AB19188B-BB69-6AB7-2BE6-4BBFACFDE0EE}"/>
              </a:ext>
            </a:extLst>
          </p:cNvPr>
          <p:cNvSpPr/>
          <p:nvPr/>
        </p:nvSpPr>
        <p:spPr>
          <a:xfrm>
            <a:off x="998506" y="4788842"/>
            <a:ext cx="6342452" cy="734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355F30C-D377-1181-9A5A-F3BC4A3C6522}"/>
              </a:ext>
            </a:extLst>
          </p:cNvPr>
          <p:cNvGrpSpPr/>
          <p:nvPr/>
        </p:nvGrpSpPr>
        <p:grpSpPr>
          <a:xfrm>
            <a:off x="7013112" y="2782527"/>
            <a:ext cx="1552397" cy="469922"/>
            <a:chOff x="2719572" y="1536945"/>
            <a:chExt cx="1289076" cy="30540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FFAA17C4-9056-DD84-6DFD-86EF721A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DAB3EE71-2F80-9DD7-27A9-3C830DB987F4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758FDF0-6B1B-B8EE-4100-2D3C8D78F30D}"/>
                  </a:ext>
                </a:extLst>
              </p:cNvPr>
              <p:cNvSpPr txBox="1"/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758FDF0-6B1B-B8EE-4100-2D3C8D78F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AD4ACA6-7356-8A83-15E4-05AE158F2B60}"/>
                  </a:ext>
                </a:extLst>
              </p:cNvPr>
              <p:cNvSpPr txBox="1"/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AD4ACA6-7356-8A83-15E4-05AE158F2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EE6D5759-8556-7C65-E79C-68924B2DDC5F}"/>
              </a:ext>
            </a:extLst>
          </p:cNvPr>
          <p:cNvCxnSpPr>
            <a:cxnSpLocks/>
          </p:cNvCxnSpPr>
          <p:nvPr/>
        </p:nvCxnSpPr>
        <p:spPr>
          <a:xfrm>
            <a:off x="9206473" y="4141878"/>
            <a:ext cx="0" cy="19305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F8DA8160-3E22-F72C-FC24-492A05B3C9E8}"/>
              </a:ext>
            </a:extLst>
          </p:cNvPr>
          <p:cNvCxnSpPr>
            <a:cxnSpLocks/>
          </p:cNvCxnSpPr>
          <p:nvPr/>
        </p:nvCxnSpPr>
        <p:spPr>
          <a:xfrm>
            <a:off x="9078486" y="3851387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9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F73C-AA51-7089-F452-04EB6DB0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feld 159">
            <a:extLst>
              <a:ext uri="{FF2B5EF4-FFF2-40B4-BE49-F238E27FC236}">
                <a16:creationId xmlns:a16="http://schemas.microsoft.com/office/drawing/2014/main" id="{560A487B-BA43-AB6B-8EF4-09B161FBEF91}"/>
              </a:ext>
            </a:extLst>
          </p:cNvPr>
          <p:cNvSpPr txBox="1"/>
          <p:nvPr/>
        </p:nvSpPr>
        <p:spPr>
          <a:xfrm>
            <a:off x="10466741" y="1690687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</a:t>
            </a:r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normality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3A17253-FA9F-B244-5397-9709069A12C4}"/>
              </a:ext>
            </a:extLst>
          </p:cNvPr>
          <p:cNvSpPr txBox="1"/>
          <p:nvPr/>
        </p:nvSpPr>
        <p:spPr>
          <a:xfrm>
            <a:off x="998506" y="1591030"/>
            <a:ext cx="3906703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each level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84DE5E89-3602-1EE2-C8EF-C76D73E33AC6}"/>
              </a:ext>
            </a:extLst>
          </p:cNvPr>
          <p:cNvSpPr txBox="1"/>
          <p:nvPr/>
        </p:nvSpPr>
        <p:spPr>
          <a:xfrm>
            <a:off x="998506" y="3574388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45A4D30-456F-B440-3895-29A87290D16A}"/>
              </a:ext>
            </a:extLst>
          </p:cNvPr>
          <p:cNvSpPr txBox="1"/>
          <p:nvPr/>
        </p:nvSpPr>
        <p:spPr>
          <a:xfrm>
            <a:off x="2623343" y="3574388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B3B4585-D94C-F7A1-B6DD-BEDE9A4EFE36}"/>
              </a:ext>
            </a:extLst>
          </p:cNvPr>
          <p:cNvSpPr txBox="1"/>
          <p:nvPr/>
        </p:nvSpPr>
        <p:spPr>
          <a:xfrm>
            <a:off x="7906196" y="3574388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C83EAB7E-EC55-3AF9-7904-AE52F1946FC1}"/>
              </a:ext>
            </a:extLst>
          </p:cNvPr>
          <p:cNvSpPr txBox="1"/>
          <p:nvPr/>
        </p:nvSpPr>
        <p:spPr>
          <a:xfrm>
            <a:off x="7873473" y="4273424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5F9BBE4E-8C0F-D0B9-244C-73149C41AEDF}"/>
              </a:ext>
            </a:extLst>
          </p:cNvPr>
          <p:cNvSpPr txBox="1"/>
          <p:nvPr/>
        </p:nvSpPr>
        <p:spPr>
          <a:xfrm>
            <a:off x="2621957" y="4273424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F33D17D-B4E7-4A15-72D0-3D92AC1C5841}"/>
              </a:ext>
            </a:extLst>
          </p:cNvPr>
          <p:cNvSpPr txBox="1"/>
          <p:nvPr/>
        </p:nvSpPr>
        <p:spPr>
          <a:xfrm>
            <a:off x="6190820" y="3574388"/>
            <a:ext cx="144700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/>
              <p:nvPr/>
            </p:nvSpPr>
            <p:spPr>
              <a:xfrm>
                <a:off x="998506" y="2235164"/>
                <a:ext cx="3906701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2235164"/>
                <a:ext cx="3906701" cy="276999"/>
              </a:xfrm>
              <a:prstGeom prst="rect">
                <a:avLst/>
              </a:prstGeom>
              <a:blipFill>
                <a:blip r:embed="rId4"/>
                <a:stretch>
                  <a:fillRect t="-4348" b="-8696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7C7C90E0-E517-64BA-D41B-40B336F9CCFA}"/>
              </a:ext>
            </a:extLst>
          </p:cNvPr>
          <p:cNvSpPr txBox="1"/>
          <p:nvPr/>
        </p:nvSpPr>
        <p:spPr>
          <a:xfrm>
            <a:off x="10466743" y="4273424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/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06AB22BD-5AD8-3EC3-CED8-2566B1AA0144}"/>
              </a:ext>
            </a:extLst>
          </p:cNvPr>
          <p:cNvSpPr txBox="1"/>
          <p:nvPr/>
        </p:nvSpPr>
        <p:spPr>
          <a:xfrm>
            <a:off x="10466742" y="3578911"/>
            <a:ext cx="161842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5065234F-6F38-1DC1-8380-35A188942DD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57A86FB-C2B8-6834-FCCC-2B5BD446650E}"/>
              </a:ext>
            </a:extLst>
          </p:cNvPr>
          <p:cNvSpPr txBox="1"/>
          <p:nvPr/>
        </p:nvSpPr>
        <p:spPr>
          <a:xfrm>
            <a:off x="2621957" y="5088311"/>
            <a:ext cx="2341205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1D51A81E-99D0-3FD1-DB90-24A001771304}"/>
              </a:ext>
            </a:extLst>
          </p:cNvPr>
          <p:cNvSpPr txBox="1"/>
          <p:nvPr/>
        </p:nvSpPr>
        <p:spPr>
          <a:xfrm>
            <a:off x="998506" y="5097213"/>
            <a:ext cx="1447007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77" name="Textfeld 476">
            <a:extLst>
              <a:ext uri="{FF2B5EF4-FFF2-40B4-BE49-F238E27FC236}">
                <a16:creationId xmlns:a16="http://schemas.microsoft.com/office/drawing/2014/main" id="{B8175C6B-E50D-CD5D-167A-9DCCFF825618}"/>
              </a:ext>
            </a:extLst>
          </p:cNvPr>
          <p:cNvSpPr txBox="1"/>
          <p:nvPr/>
        </p:nvSpPr>
        <p:spPr>
          <a:xfrm>
            <a:off x="1065209" y="4869319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94681B08-1213-94D5-11D9-ED24A515314C}"/>
              </a:ext>
            </a:extLst>
          </p:cNvPr>
          <p:cNvGrpSpPr/>
          <p:nvPr/>
        </p:nvGrpSpPr>
        <p:grpSpPr>
          <a:xfrm>
            <a:off x="2906791" y="729980"/>
            <a:ext cx="5142560" cy="528220"/>
            <a:chOff x="1278983" y="1339017"/>
            <a:chExt cx="2729665" cy="310727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3BA7FFCA-4D72-0364-B518-FE3158E315A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278983" y="1339017"/>
              <a:ext cx="1807783" cy="262316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A7224410-7D89-E92E-63F1-1C821F8A47D6}"/>
                </a:ext>
              </a:extLst>
            </p:cNvPr>
            <p:cNvCxnSpPr>
              <a:cxnSpLocks/>
              <a:stCxn id="7" idx="2"/>
              <a:endCxn id="22" idx="0"/>
            </p:cNvCxnSpPr>
            <p:nvPr/>
          </p:nvCxnSpPr>
          <p:spPr>
            <a:xfrm>
              <a:off x="3086766" y="1339017"/>
              <a:ext cx="921882" cy="310727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00D746DC-102B-3451-7FA5-F6D9390A75CF}"/>
              </a:ext>
            </a:extLst>
          </p:cNvPr>
          <p:cNvCxnSpPr>
            <a:cxnSpLocks/>
          </p:cNvCxnSpPr>
          <p:nvPr/>
        </p:nvCxnSpPr>
        <p:spPr>
          <a:xfrm>
            <a:off x="7783227" y="1591030"/>
            <a:ext cx="0" cy="118948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538BDC58-6AA6-A935-F515-6119FA86DF43}"/>
              </a:ext>
            </a:extLst>
          </p:cNvPr>
          <p:cNvCxnSpPr>
            <a:cxnSpLocks/>
            <a:stCxn id="27" idx="2"/>
            <a:endCxn id="94" idx="0"/>
          </p:cNvCxnSpPr>
          <p:nvPr/>
        </p:nvCxnSpPr>
        <p:spPr>
          <a:xfrm flipH="1">
            <a:off x="3792560" y="3851387"/>
            <a:ext cx="1" cy="422037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AB751EC2-5961-AD29-08CB-BC42FA3F0C6C}"/>
              </a:ext>
            </a:extLst>
          </p:cNvPr>
          <p:cNvSpPr/>
          <p:nvPr/>
        </p:nvSpPr>
        <p:spPr>
          <a:xfrm>
            <a:off x="998506" y="4788842"/>
            <a:ext cx="6342452" cy="734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/>
              <p:nvPr/>
            </p:nvSpPr>
            <p:spPr>
              <a:xfrm>
                <a:off x="998506" y="1228159"/>
                <a:ext cx="3906702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1228159"/>
                <a:ext cx="3906702" cy="276999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2429EDB-E2BB-31CA-2821-75B3F5DFF992}"/>
              </a:ext>
            </a:extLst>
          </p:cNvPr>
          <p:cNvGrpSpPr/>
          <p:nvPr/>
        </p:nvGrpSpPr>
        <p:grpSpPr>
          <a:xfrm>
            <a:off x="1851015" y="2530689"/>
            <a:ext cx="1843637" cy="793298"/>
            <a:chOff x="2719572" y="1536945"/>
            <a:chExt cx="1289076" cy="305400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E0BA3BAB-194F-2614-63E2-848507600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93C14A77-D1D8-9E6D-BA0B-FD743BDCE7B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C16D46-EC0B-DA4F-46E7-5A56383CD619}"/>
                  </a:ext>
                </a:extLst>
              </p:cNvPr>
              <p:cNvSpPr txBox="1"/>
              <p:nvPr/>
            </p:nvSpPr>
            <p:spPr>
              <a:xfrm>
                <a:off x="998506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C16D46-EC0B-DA4F-46E7-5A56383C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3274919"/>
                <a:ext cx="144700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C5E72C-1F11-719A-6516-D7140AE2610E}"/>
                  </a:ext>
                </a:extLst>
              </p:cNvPr>
              <p:cNvSpPr txBox="1"/>
              <p:nvPr/>
            </p:nvSpPr>
            <p:spPr>
              <a:xfrm>
                <a:off x="2633297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C5E72C-1F11-719A-6516-D7140AE26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297" y="3274919"/>
                <a:ext cx="232286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6B5030A-EBE8-2DA4-3E36-5101FD1D28BD}"/>
              </a:ext>
            </a:extLst>
          </p:cNvPr>
          <p:cNvGrpSpPr/>
          <p:nvPr/>
        </p:nvGrpSpPr>
        <p:grpSpPr>
          <a:xfrm>
            <a:off x="7013112" y="2782527"/>
            <a:ext cx="1552397" cy="469922"/>
            <a:chOff x="2719572" y="1536945"/>
            <a:chExt cx="1289076" cy="30540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2F0B4AC8-71F1-9AEF-3092-82D771B5F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5EDDCEE-12BE-FCBC-18F0-04DB0A54C28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B3F98F4-D1BC-BE0D-4FF7-72A0EB4D7159}"/>
                  </a:ext>
                </a:extLst>
              </p:cNvPr>
              <p:cNvSpPr txBox="1"/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B3F98F4-D1BC-BE0D-4FF7-72A0EB4D7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C6471B-7056-688A-EC2A-1D6753E5AA8C}"/>
                  </a:ext>
                </a:extLst>
              </p:cNvPr>
              <p:cNvSpPr txBox="1"/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C6471B-7056-688A-EC2A-1D6753E5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574FECB-A6C7-E449-BB85-3996B08969BB}"/>
                  </a:ext>
                </a:extLst>
              </p:cNvPr>
              <p:cNvSpPr txBox="1"/>
              <p:nvPr/>
            </p:nvSpPr>
            <p:spPr>
              <a:xfrm>
                <a:off x="6096000" y="1258200"/>
                <a:ext cx="3906702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574FECB-A6C7-E449-BB85-3996B0896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58200"/>
                <a:ext cx="3906702" cy="276999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A467007-CE63-1E97-0D00-42EEB766F4C5}"/>
                  </a:ext>
                </a:extLst>
              </p:cNvPr>
              <p:cNvSpPr txBox="1"/>
              <p:nvPr/>
            </p:nvSpPr>
            <p:spPr>
              <a:xfrm>
                <a:off x="6099221" y="2235164"/>
                <a:ext cx="1399054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A467007-CE63-1E97-0D00-42EEB766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221" y="2235164"/>
                <a:ext cx="1399054" cy="276999"/>
              </a:xfrm>
              <a:prstGeom prst="rect">
                <a:avLst/>
              </a:prstGeom>
              <a:blipFill>
                <a:blip r:embed="rId11"/>
                <a:stretch>
                  <a:fillRect t="-4348" b="-8696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669BFBA-D06F-3B80-44AA-8E3C1ADC8F98}"/>
              </a:ext>
            </a:extLst>
          </p:cNvPr>
          <p:cNvCxnSpPr>
            <a:cxnSpLocks/>
          </p:cNvCxnSpPr>
          <p:nvPr/>
        </p:nvCxnSpPr>
        <p:spPr>
          <a:xfrm>
            <a:off x="9206473" y="4141878"/>
            <a:ext cx="0" cy="19305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12337695-489B-9870-8490-57AFCBFBA0BE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6798748" y="2512163"/>
            <a:ext cx="984479" cy="2259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FF91D70-E81C-3E6D-1431-434D5CF7DEF6}"/>
              </a:ext>
            </a:extLst>
          </p:cNvPr>
          <p:cNvGrpSpPr/>
          <p:nvPr/>
        </p:nvGrpSpPr>
        <p:grpSpPr>
          <a:xfrm>
            <a:off x="3027444" y="1895410"/>
            <a:ext cx="3771304" cy="366352"/>
            <a:chOff x="2719572" y="1536945"/>
            <a:chExt cx="1289076" cy="305400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B2CDB4D5-E655-484C-0E4A-B34B2480D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F608DE68-5E8D-6B09-5087-A6155F79256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3570E93-CCB2-4C68-5D1D-DCBF787DCCF7}"/>
              </a:ext>
            </a:extLst>
          </p:cNvPr>
          <p:cNvGrpSpPr/>
          <p:nvPr/>
        </p:nvGrpSpPr>
        <p:grpSpPr>
          <a:xfrm>
            <a:off x="4210348" y="742114"/>
            <a:ext cx="3771304" cy="366352"/>
            <a:chOff x="2719572" y="1536945"/>
            <a:chExt cx="1289076" cy="305400"/>
          </a:xfrm>
        </p:grpSpPr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FA1B629F-E045-FFDD-0411-D6B735EC6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540916DC-5FCD-2F76-966E-D166E48688E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8DAC7C5-6C90-9A25-04D5-9FEF26EC3231}"/>
              </a:ext>
            </a:extLst>
          </p:cNvPr>
          <p:cNvCxnSpPr>
            <a:cxnSpLocks/>
          </p:cNvCxnSpPr>
          <p:nvPr/>
        </p:nvCxnSpPr>
        <p:spPr>
          <a:xfrm>
            <a:off x="3792560" y="3871981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C0B25A9-2687-8D67-C5A2-D575970E65FB}"/>
              </a:ext>
            </a:extLst>
          </p:cNvPr>
          <p:cNvCxnSpPr>
            <a:cxnSpLocks/>
          </p:cNvCxnSpPr>
          <p:nvPr/>
        </p:nvCxnSpPr>
        <p:spPr>
          <a:xfrm>
            <a:off x="9078486" y="3851387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1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6C71-467C-2908-108E-4FFF1E66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068FF5E1-F079-DF9D-FD7C-E268420CF978}"/>
              </a:ext>
            </a:extLst>
          </p:cNvPr>
          <p:cNvSpPr txBox="1"/>
          <p:nvPr/>
        </p:nvSpPr>
        <p:spPr>
          <a:xfrm>
            <a:off x="1536948" y="1889696"/>
            <a:ext cx="4007479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69771035-549E-AC26-2C17-18F5675C2C77}"/>
              </a:ext>
            </a:extLst>
          </p:cNvPr>
          <p:cNvSpPr txBox="1"/>
          <p:nvPr/>
        </p:nvSpPr>
        <p:spPr>
          <a:xfrm>
            <a:off x="10508890" y="220251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CFA9C82-560E-0334-1BB1-9FD4E0F70506}"/>
                  </a:ext>
                </a:extLst>
              </p:cNvPr>
              <p:cNvSpPr txBox="1"/>
              <p:nvPr/>
            </p:nvSpPr>
            <p:spPr>
              <a:xfrm>
                <a:off x="3649203" y="209699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CFA9C82-560E-0334-1BB1-9FD4E0F70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203" y="209699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6AAEE37-561B-2614-4B82-BA3E31A1445D}"/>
                  </a:ext>
                </a:extLst>
              </p:cNvPr>
              <p:cNvSpPr txBox="1"/>
              <p:nvPr/>
            </p:nvSpPr>
            <p:spPr>
              <a:xfrm>
                <a:off x="1529332" y="1317391"/>
                <a:ext cx="4010687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6AAEE37-561B-2614-4B82-BA3E31A14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332" y="1317391"/>
                <a:ext cx="4010687" cy="27699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EAA44F0D-CC8D-6089-131A-2E1FE6EFFBE2}"/>
              </a:ext>
            </a:extLst>
          </p:cNvPr>
          <p:cNvSpPr txBox="1"/>
          <p:nvPr/>
        </p:nvSpPr>
        <p:spPr>
          <a:xfrm>
            <a:off x="78474" y="4707466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BBD0A08-95D2-F972-F4D4-79B7324DC9BB}"/>
              </a:ext>
            </a:extLst>
          </p:cNvPr>
          <p:cNvSpPr txBox="1"/>
          <p:nvPr/>
        </p:nvSpPr>
        <p:spPr>
          <a:xfrm>
            <a:off x="1585427" y="4707466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8C66D2F-9E14-7C8B-5D2A-1F7912FEFB00}"/>
                  </a:ext>
                </a:extLst>
              </p:cNvPr>
              <p:cNvSpPr txBox="1"/>
              <p:nvPr/>
            </p:nvSpPr>
            <p:spPr>
              <a:xfrm>
                <a:off x="7890620" y="3812412"/>
                <a:ext cx="1080000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38C66D2F-9E14-7C8B-5D2A-1F7912FEF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620" y="3812412"/>
                <a:ext cx="1080000" cy="27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A4581C7-C3B0-54FA-EF00-228EC57A3E10}"/>
                  </a:ext>
                </a:extLst>
              </p:cNvPr>
              <p:cNvSpPr txBox="1"/>
              <p:nvPr/>
            </p:nvSpPr>
            <p:spPr>
              <a:xfrm>
                <a:off x="4588563" y="3843705"/>
                <a:ext cx="108000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A4581C7-C3B0-54FA-EF00-228EC57A3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563" y="3843705"/>
                <a:ext cx="108000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4E9381FD-69C7-430A-E209-F66858BC4F1A}"/>
              </a:ext>
            </a:extLst>
          </p:cNvPr>
          <p:cNvSpPr txBox="1"/>
          <p:nvPr/>
        </p:nvSpPr>
        <p:spPr>
          <a:xfrm>
            <a:off x="5100377" y="4726748"/>
            <a:ext cx="145799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74C6E35-BABE-7694-0978-CD95FB70192A}"/>
              </a:ext>
            </a:extLst>
          </p:cNvPr>
          <p:cNvSpPr txBox="1"/>
          <p:nvPr/>
        </p:nvSpPr>
        <p:spPr>
          <a:xfrm>
            <a:off x="9210200" y="4735387"/>
            <a:ext cx="75655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F60B4F5F-1A5A-6983-57F2-9A558C4A2A4B}"/>
              </a:ext>
            </a:extLst>
          </p:cNvPr>
          <p:cNvGrpSpPr/>
          <p:nvPr/>
        </p:nvGrpSpPr>
        <p:grpSpPr>
          <a:xfrm>
            <a:off x="5276413" y="3561409"/>
            <a:ext cx="2839412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7DB92D34-6BE9-8F72-335D-782116FA9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DA797C15-DD84-EA62-E689-E0352D91B0F6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74A3E3BE-C2F2-8A60-46BA-B43DEC661C89}"/>
              </a:ext>
            </a:extLst>
          </p:cNvPr>
          <p:cNvSpPr txBox="1"/>
          <p:nvPr/>
        </p:nvSpPr>
        <p:spPr>
          <a:xfrm>
            <a:off x="8878121" y="5399897"/>
            <a:ext cx="1168942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D6DD951-0BCF-B830-BA0E-BD736C52D67E}"/>
              </a:ext>
            </a:extLst>
          </p:cNvPr>
          <p:cNvSpPr txBox="1"/>
          <p:nvPr/>
        </p:nvSpPr>
        <p:spPr>
          <a:xfrm>
            <a:off x="1727869" y="5254520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BB6760B-CE33-E359-98D8-3A80AB6E2061}"/>
              </a:ext>
            </a:extLst>
          </p:cNvPr>
          <p:cNvSpPr txBox="1"/>
          <p:nvPr/>
        </p:nvSpPr>
        <p:spPr>
          <a:xfrm>
            <a:off x="6629407" y="4735454"/>
            <a:ext cx="252556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DB1D11B9-7DA9-707E-F6E3-B35B8A7B85EA}"/>
                  </a:ext>
                </a:extLst>
              </p:cNvPr>
              <p:cNvSpPr txBox="1"/>
              <p:nvPr/>
            </p:nvSpPr>
            <p:spPr>
              <a:xfrm>
                <a:off x="1529332" y="2565626"/>
                <a:ext cx="1206334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DB1D11B9-7DA9-707E-F6E3-B35B8A7B8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332" y="2565626"/>
                <a:ext cx="1206334" cy="276999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27A10DA-9FC5-57E8-5BBB-30CA10031A9C}"/>
                  </a:ext>
                </a:extLst>
              </p:cNvPr>
              <p:cNvSpPr txBox="1"/>
              <p:nvPr/>
            </p:nvSpPr>
            <p:spPr>
              <a:xfrm>
                <a:off x="4278822" y="2583171"/>
                <a:ext cx="1794943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27A10DA-9FC5-57E8-5BBB-30CA10031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822" y="2583171"/>
                <a:ext cx="179494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9B76B0ED-5429-C912-842E-CDB7822669E7}"/>
              </a:ext>
            </a:extLst>
          </p:cNvPr>
          <p:cNvSpPr txBox="1"/>
          <p:nvPr/>
        </p:nvSpPr>
        <p:spPr>
          <a:xfrm>
            <a:off x="10508557" y="5432436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2B73E46-1292-D205-77D8-29F72174D627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519BD8C5-7449-CD5B-D48B-19A9044FB288}"/>
              </a:ext>
            </a:extLst>
          </p:cNvPr>
          <p:cNvSpPr txBox="1"/>
          <p:nvPr/>
        </p:nvSpPr>
        <p:spPr>
          <a:xfrm>
            <a:off x="10608584" y="4772632"/>
            <a:ext cx="1518400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E123BC7C-F283-90C7-9FF1-57E548148085}"/>
              </a:ext>
            </a:extLst>
          </p:cNvPr>
          <p:cNvSpPr txBox="1"/>
          <p:nvPr/>
        </p:nvSpPr>
        <p:spPr>
          <a:xfrm>
            <a:off x="10508557" y="3876296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363" name="Gerade Verbindung mit Pfeil 362">
            <a:extLst>
              <a:ext uri="{FF2B5EF4-FFF2-40B4-BE49-F238E27FC236}">
                <a16:creationId xmlns:a16="http://schemas.microsoft.com/office/drawing/2014/main" id="{112345B6-E87A-C136-9B29-3B72380DFA53}"/>
              </a:ext>
            </a:extLst>
          </p:cNvPr>
          <p:cNvCxnSpPr>
            <a:cxnSpLocks/>
          </p:cNvCxnSpPr>
          <p:nvPr/>
        </p:nvCxnSpPr>
        <p:spPr>
          <a:xfrm>
            <a:off x="5206856" y="2891356"/>
            <a:ext cx="5317" cy="2530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8C67A5DF-1FD0-FA3D-ED6F-CF9E2ABF7137}"/>
              </a:ext>
            </a:extLst>
          </p:cNvPr>
          <p:cNvSpPr txBox="1"/>
          <p:nvPr/>
        </p:nvSpPr>
        <p:spPr>
          <a:xfrm>
            <a:off x="-27314" y="6338219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E9BED3DB-A418-68D9-B7DA-61060B5754E0}"/>
              </a:ext>
            </a:extLst>
          </p:cNvPr>
          <p:cNvSpPr txBox="1"/>
          <p:nvPr/>
        </p:nvSpPr>
        <p:spPr>
          <a:xfrm>
            <a:off x="-27314" y="5916223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F3DA34FE-D2A1-C659-4E95-1DFDDEE04FDE}"/>
                  </a:ext>
                </a:extLst>
              </p:cNvPr>
              <p:cNvSpPr txBox="1"/>
              <p:nvPr/>
            </p:nvSpPr>
            <p:spPr>
              <a:xfrm>
                <a:off x="1914970" y="5896289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F3DA34FE-D2A1-C659-4E95-1DFDDEE04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970" y="5896289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FF6198FA-3EB8-CFED-49A6-3FDFBDF221DD}"/>
                  </a:ext>
                </a:extLst>
              </p:cNvPr>
              <p:cNvSpPr txBox="1"/>
              <p:nvPr/>
            </p:nvSpPr>
            <p:spPr>
              <a:xfrm>
                <a:off x="1905495" y="6318285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FF6198FA-3EB8-CFED-49A6-3FDFBDF22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495" y="6318285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827CCFF1-598E-211D-2B18-CCB18DAF6CC2}"/>
              </a:ext>
            </a:extLst>
          </p:cNvPr>
          <p:cNvSpPr txBox="1"/>
          <p:nvPr/>
        </p:nvSpPr>
        <p:spPr>
          <a:xfrm>
            <a:off x="-27314" y="5684766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C46745CE-C7B4-E504-43D7-3E24A8313AFE}"/>
              </a:ext>
            </a:extLst>
          </p:cNvPr>
          <p:cNvGrpSpPr/>
          <p:nvPr/>
        </p:nvGrpSpPr>
        <p:grpSpPr>
          <a:xfrm>
            <a:off x="4870085" y="692081"/>
            <a:ext cx="1785240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C9EA7BC2-E403-97C7-5BD2-9F31E6AA3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2581601F-B896-CD09-F0EE-654B1B1B425D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78774CCC-CE53-C61D-000F-E033019A0C9D}"/>
              </a:ext>
            </a:extLst>
          </p:cNvPr>
          <p:cNvCxnSpPr>
            <a:cxnSpLocks/>
          </p:cNvCxnSpPr>
          <p:nvPr/>
        </p:nvCxnSpPr>
        <p:spPr>
          <a:xfrm flipH="1">
            <a:off x="7954348" y="4699994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131015DD-CA84-ED99-C942-175FC344083F}"/>
              </a:ext>
            </a:extLst>
          </p:cNvPr>
          <p:cNvCxnSpPr>
            <a:cxnSpLocks/>
          </p:cNvCxnSpPr>
          <p:nvPr/>
        </p:nvCxnSpPr>
        <p:spPr>
          <a:xfrm flipH="1">
            <a:off x="9606467" y="5125443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9444F9C2-945C-821C-AA18-6996A8945959}"/>
              </a:ext>
            </a:extLst>
          </p:cNvPr>
          <p:cNvCxnSpPr>
            <a:cxnSpLocks/>
          </p:cNvCxnSpPr>
          <p:nvPr/>
        </p:nvCxnSpPr>
        <p:spPr>
          <a:xfrm flipH="1">
            <a:off x="5845753" y="5081635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20A3E013-2F37-02FA-1533-D7C0C213E651}"/>
              </a:ext>
            </a:extLst>
          </p:cNvPr>
          <p:cNvSpPr/>
          <p:nvPr/>
        </p:nvSpPr>
        <p:spPr>
          <a:xfrm>
            <a:off x="-89692" y="5672259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176BE39-0DC3-4460-A1E3-B164CF21631E}"/>
              </a:ext>
            </a:extLst>
          </p:cNvPr>
          <p:cNvSpPr txBox="1"/>
          <p:nvPr/>
        </p:nvSpPr>
        <p:spPr>
          <a:xfrm>
            <a:off x="5128563" y="5386283"/>
            <a:ext cx="161842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6C0ED5-86FD-C69F-7040-AA1BEEA2F5DF}"/>
              </a:ext>
            </a:extLst>
          </p:cNvPr>
          <p:cNvSpPr txBox="1"/>
          <p:nvPr/>
        </p:nvSpPr>
        <p:spPr>
          <a:xfrm>
            <a:off x="4404274" y="3204549"/>
            <a:ext cx="2795001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25D3B015-9B60-7B1A-E90A-F3C27F59AD30}"/>
                  </a:ext>
                </a:extLst>
              </p:cNvPr>
              <p:cNvSpPr txBox="1"/>
              <p:nvPr/>
            </p:nvSpPr>
            <p:spPr>
              <a:xfrm>
                <a:off x="6106480" y="1347130"/>
                <a:ext cx="1455701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25D3B015-9B60-7B1A-E90A-F3C27F59A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480" y="1347130"/>
                <a:ext cx="1455701" cy="276999"/>
              </a:xfrm>
              <a:prstGeom prst="rect">
                <a:avLst/>
              </a:prstGeom>
              <a:blipFill>
                <a:blip r:embed="rId21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058B38B-2ED7-9E1F-F998-9BF78ADEDC6C}"/>
              </a:ext>
            </a:extLst>
          </p:cNvPr>
          <p:cNvCxnSpPr>
            <a:cxnSpLocks/>
          </p:cNvCxnSpPr>
          <p:nvPr/>
        </p:nvCxnSpPr>
        <p:spPr>
          <a:xfrm>
            <a:off x="6922996" y="1594389"/>
            <a:ext cx="0" cy="1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024B759-0245-584A-95CA-1FBE99A22327}"/>
              </a:ext>
            </a:extLst>
          </p:cNvPr>
          <p:cNvGrpSpPr/>
          <p:nvPr/>
        </p:nvGrpSpPr>
        <p:grpSpPr>
          <a:xfrm>
            <a:off x="1128384" y="2866502"/>
            <a:ext cx="1843637" cy="1527648"/>
            <a:chOff x="2719572" y="1536945"/>
            <a:chExt cx="1289076" cy="305400"/>
          </a:xfrm>
        </p:grpSpPr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6A0AAFB1-BCFE-A391-85B9-BBDFA8B44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A41F5E83-01E3-5654-1D13-95429FF3DC5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DDF4002-DC12-E055-D57B-9A420412E12D}"/>
                  </a:ext>
                </a:extLst>
              </p:cNvPr>
              <p:cNvSpPr txBox="1"/>
              <p:nvPr/>
            </p:nvSpPr>
            <p:spPr>
              <a:xfrm>
                <a:off x="255768" y="4377787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DDF4002-DC12-E055-D57B-9A420412E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68" y="4377787"/>
                <a:ext cx="1447007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0EA1C71A-304F-C75E-AF4E-0A6C9B95F4FB}"/>
                  </a:ext>
                </a:extLst>
              </p:cNvPr>
              <p:cNvSpPr txBox="1"/>
              <p:nvPr/>
            </p:nvSpPr>
            <p:spPr>
              <a:xfrm>
                <a:off x="1771564" y="4427405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0EA1C71A-304F-C75E-AF4E-0A6C9B95F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564" y="4427405"/>
                <a:ext cx="2322867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C6503C36-7FD5-F491-6D2E-6C39315C2187}"/>
              </a:ext>
            </a:extLst>
          </p:cNvPr>
          <p:cNvGrpSpPr/>
          <p:nvPr/>
        </p:nvGrpSpPr>
        <p:grpSpPr>
          <a:xfrm>
            <a:off x="4365844" y="4103992"/>
            <a:ext cx="1677849" cy="346128"/>
            <a:chOff x="2719572" y="1536945"/>
            <a:chExt cx="1289076" cy="305400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07A7E073-1A96-35BA-9DCF-25FAEA9485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44FE817B-F0CA-DF20-CA68-5630D7BA936C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4025D023-24D7-911C-EA69-98E4B428EAE1}"/>
              </a:ext>
            </a:extLst>
          </p:cNvPr>
          <p:cNvGrpSpPr/>
          <p:nvPr/>
        </p:nvGrpSpPr>
        <p:grpSpPr>
          <a:xfrm>
            <a:off x="2209078" y="2136635"/>
            <a:ext cx="2762433" cy="481745"/>
            <a:chOff x="8002301" y="4581613"/>
            <a:chExt cx="1289076" cy="305400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EFAFECE9-D100-016E-14EB-B087B2C0E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3B6585EE-42F8-DA29-B03F-1E9D9B021A87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2F34D86-DE31-25CE-057E-D851B9BC0D4C}"/>
                  </a:ext>
                </a:extLst>
              </p:cNvPr>
              <p:cNvSpPr txBox="1"/>
              <p:nvPr/>
            </p:nvSpPr>
            <p:spPr>
              <a:xfrm>
                <a:off x="4109999" y="4452235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2F34D86-DE31-25CE-057E-D851B9BC0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999" y="4452235"/>
                <a:ext cx="885102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3E0D5529-B228-DD80-E287-2980B02418B3}"/>
                  </a:ext>
                </a:extLst>
              </p:cNvPr>
              <p:cNvSpPr txBox="1"/>
              <p:nvPr/>
            </p:nvSpPr>
            <p:spPr>
              <a:xfrm>
                <a:off x="5564017" y="4443214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3E0D5529-B228-DD80-E287-2980B0241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017" y="4443214"/>
                <a:ext cx="841110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9649FEE-F4D0-3CC0-B563-DD56D0D28311}"/>
              </a:ext>
            </a:extLst>
          </p:cNvPr>
          <p:cNvGrpSpPr/>
          <p:nvPr/>
        </p:nvGrpSpPr>
        <p:grpSpPr>
          <a:xfrm>
            <a:off x="7535690" y="4103992"/>
            <a:ext cx="1677849" cy="346128"/>
            <a:chOff x="2719572" y="1536945"/>
            <a:chExt cx="1289076" cy="305400"/>
          </a:xfrm>
        </p:grpSpPr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4FFC3366-C9F6-DB2B-BE73-6C00D9BA0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5BF45602-2F67-4168-59E4-A3998969C4C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77C6E6CC-42F5-BE06-70A0-D9AD39033837}"/>
                  </a:ext>
                </a:extLst>
              </p:cNvPr>
              <p:cNvSpPr txBox="1"/>
              <p:nvPr/>
            </p:nvSpPr>
            <p:spPr>
              <a:xfrm>
                <a:off x="7126002" y="4510970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77C6E6CC-42F5-BE06-70A0-D9AD39033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002" y="4510970"/>
                <a:ext cx="885102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98C4BAEE-E59A-9693-1E67-65291EDBDE33}"/>
                  </a:ext>
                </a:extLst>
              </p:cNvPr>
              <p:cNvSpPr txBox="1"/>
              <p:nvPr/>
            </p:nvSpPr>
            <p:spPr>
              <a:xfrm>
                <a:off x="8878121" y="4495632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98C4BAEE-E59A-9693-1E67-65291EDBD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121" y="4495632"/>
                <a:ext cx="841110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5CCF68E2-CE13-5735-609B-5C127D7431F9}"/>
              </a:ext>
            </a:extLst>
          </p:cNvPr>
          <p:cNvSpPr txBox="1"/>
          <p:nvPr/>
        </p:nvSpPr>
        <p:spPr>
          <a:xfrm>
            <a:off x="3985946" y="4726345"/>
            <a:ext cx="1077019" cy="286108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282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F924-EC5E-B42A-CFE9-848A428C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36A2B31F-DD18-2981-316C-B7B98A2B79F3}"/>
              </a:ext>
            </a:extLst>
          </p:cNvPr>
          <p:cNvSpPr txBox="1"/>
          <p:nvPr/>
        </p:nvSpPr>
        <p:spPr>
          <a:xfrm>
            <a:off x="4050962" y="816249"/>
            <a:ext cx="4305145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DEF1F9EA-2FF4-A973-AF23-01C0482E284B}"/>
              </a:ext>
            </a:extLst>
          </p:cNvPr>
          <p:cNvSpPr txBox="1"/>
          <p:nvPr/>
        </p:nvSpPr>
        <p:spPr>
          <a:xfrm>
            <a:off x="10431639" y="100986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E2AFC5-F733-76C8-E295-55EA46B06499}"/>
                  </a:ext>
                </a:extLst>
              </p:cNvPr>
              <p:cNvSpPr txBox="1"/>
              <p:nvPr/>
            </p:nvSpPr>
            <p:spPr>
              <a:xfrm>
                <a:off x="4050962" y="239844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E2AFC5-F733-76C8-E295-55EA46B06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962" y="239844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045735A8-306A-F3D6-87A1-A5C66061B352}"/>
              </a:ext>
            </a:extLst>
          </p:cNvPr>
          <p:cNvSpPr txBox="1"/>
          <p:nvPr/>
        </p:nvSpPr>
        <p:spPr>
          <a:xfrm>
            <a:off x="78474" y="3716255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898B700-C99B-37B0-0BBC-0C1835BF3420}"/>
              </a:ext>
            </a:extLst>
          </p:cNvPr>
          <p:cNvSpPr txBox="1"/>
          <p:nvPr/>
        </p:nvSpPr>
        <p:spPr>
          <a:xfrm>
            <a:off x="1650443" y="3681738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E07AF64-F20E-AAEA-E8D5-D9DD7D8D3DDC}"/>
                  </a:ext>
                </a:extLst>
              </p:cNvPr>
              <p:cNvSpPr txBox="1"/>
              <p:nvPr/>
            </p:nvSpPr>
            <p:spPr>
              <a:xfrm>
                <a:off x="7955636" y="2786684"/>
                <a:ext cx="1080000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E07AF64-F20E-AAEA-E8D5-D9DD7D8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636" y="2786684"/>
                <a:ext cx="1080000" cy="27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175975F-04DD-93C8-8370-95752BFAD976}"/>
                  </a:ext>
                </a:extLst>
              </p:cNvPr>
              <p:cNvSpPr txBox="1"/>
              <p:nvPr/>
            </p:nvSpPr>
            <p:spPr>
              <a:xfrm>
                <a:off x="4653579" y="2817977"/>
                <a:ext cx="108000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175975F-04DD-93C8-8370-95752BFAD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579" y="2817977"/>
                <a:ext cx="1080000" cy="2769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6D54355F-BC59-F92D-5BE1-EC0AAB6D7F9E}"/>
              </a:ext>
            </a:extLst>
          </p:cNvPr>
          <p:cNvSpPr txBox="1"/>
          <p:nvPr/>
        </p:nvSpPr>
        <p:spPr>
          <a:xfrm>
            <a:off x="5165393" y="3701020"/>
            <a:ext cx="145799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29F7794-94E9-FAA8-58BA-EF91D604632A}"/>
              </a:ext>
            </a:extLst>
          </p:cNvPr>
          <p:cNvSpPr txBox="1"/>
          <p:nvPr/>
        </p:nvSpPr>
        <p:spPr>
          <a:xfrm>
            <a:off x="9275216" y="3709659"/>
            <a:ext cx="75655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C9559D6A-A743-32E8-576B-33ECF1572E13}"/>
              </a:ext>
            </a:extLst>
          </p:cNvPr>
          <p:cNvGrpSpPr/>
          <p:nvPr/>
        </p:nvGrpSpPr>
        <p:grpSpPr>
          <a:xfrm>
            <a:off x="5341429" y="2535681"/>
            <a:ext cx="2839412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34EED037-BBB8-B651-5770-6B0B6E917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E0BB3F38-B8C7-0BCB-A598-646D33EAADC7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13A4439C-EDC6-1694-7996-632323FB6E4E}"/>
              </a:ext>
            </a:extLst>
          </p:cNvPr>
          <p:cNvSpPr txBox="1"/>
          <p:nvPr/>
        </p:nvSpPr>
        <p:spPr>
          <a:xfrm>
            <a:off x="8943137" y="4374169"/>
            <a:ext cx="1168942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67619068-ECA2-3D69-4C63-B11DFC658009}"/>
              </a:ext>
            </a:extLst>
          </p:cNvPr>
          <p:cNvSpPr txBox="1"/>
          <p:nvPr/>
        </p:nvSpPr>
        <p:spPr>
          <a:xfrm>
            <a:off x="1792885" y="4228792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6EBBB330-F69C-71CB-420E-DAE699571CD9}"/>
              </a:ext>
            </a:extLst>
          </p:cNvPr>
          <p:cNvSpPr txBox="1"/>
          <p:nvPr/>
        </p:nvSpPr>
        <p:spPr>
          <a:xfrm>
            <a:off x="6694423" y="3709726"/>
            <a:ext cx="252556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9DDD960E-B442-2EFA-3288-44B089AF4990}"/>
                  </a:ext>
                </a:extLst>
              </p:cNvPr>
              <p:cNvSpPr txBox="1"/>
              <p:nvPr/>
            </p:nvSpPr>
            <p:spPr>
              <a:xfrm>
                <a:off x="1445448" y="1898750"/>
                <a:ext cx="1206334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9DDD960E-B442-2EFA-3288-44B089AF4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448" y="1898750"/>
                <a:ext cx="120633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66D86C6-59B8-BF52-FFD7-0F34225FF3F6}"/>
                  </a:ext>
                </a:extLst>
              </p:cNvPr>
              <p:cNvSpPr txBox="1"/>
              <p:nvPr/>
            </p:nvSpPr>
            <p:spPr>
              <a:xfrm>
                <a:off x="6054361" y="1898750"/>
                <a:ext cx="282376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66D86C6-59B8-BF52-FFD7-0F34225FF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361" y="1898750"/>
                <a:ext cx="282376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B6DD8288-BFEA-877D-1645-AF537E4F55FA}"/>
              </a:ext>
            </a:extLst>
          </p:cNvPr>
          <p:cNvSpPr txBox="1"/>
          <p:nvPr/>
        </p:nvSpPr>
        <p:spPr>
          <a:xfrm>
            <a:off x="10573573" y="4406708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B0C6CDA-4384-945B-A264-00640D76B3B1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D2849832-7583-5C88-CB48-85BBDDF8C394}"/>
              </a:ext>
            </a:extLst>
          </p:cNvPr>
          <p:cNvSpPr txBox="1"/>
          <p:nvPr/>
        </p:nvSpPr>
        <p:spPr>
          <a:xfrm>
            <a:off x="10673600" y="3746904"/>
            <a:ext cx="1518400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8C130F98-4700-F781-8757-3BD691AD4A39}"/>
              </a:ext>
            </a:extLst>
          </p:cNvPr>
          <p:cNvSpPr txBox="1"/>
          <p:nvPr/>
        </p:nvSpPr>
        <p:spPr>
          <a:xfrm>
            <a:off x="10508222" y="2183018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16F1AE-7D89-569E-C993-EFFD1BF686BE}"/>
              </a:ext>
            </a:extLst>
          </p:cNvPr>
          <p:cNvSpPr txBox="1"/>
          <p:nvPr/>
        </p:nvSpPr>
        <p:spPr>
          <a:xfrm>
            <a:off x="-27314" y="6338219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B74FBCF3-CDA8-0C7D-ADD1-C3C716471691}"/>
              </a:ext>
            </a:extLst>
          </p:cNvPr>
          <p:cNvSpPr txBox="1"/>
          <p:nvPr/>
        </p:nvSpPr>
        <p:spPr>
          <a:xfrm>
            <a:off x="-27314" y="5916223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5EBC110F-6272-1F69-49B4-14DF4BFAFF26}"/>
                  </a:ext>
                </a:extLst>
              </p:cNvPr>
              <p:cNvSpPr txBox="1"/>
              <p:nvPr/>
            </p:nvSpPr>
            <p:spPr>
              <a:xfrm>
                <a:off x="1914970" y="5896289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5EBC110F-6272-1F69-49B4-14DF4BFA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970" y="5896289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B3C8E372-5134-BA8B-C395-4CC08FBE0DD2}"/>
                  </a:ext>
                </a:extLst>
              </p:cNvPr>
              <p:cNvSpPr txBox="1"/>
              <p:nvPr/>
            </p:nvSpPr>
            <p:spPr>
              <a:xfrm>
                <a:off x="1905495" y="6318285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B3C8E372-5134-BA8B-C395-4CC08FBE0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495" y="6318285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2D4917DC-7113-AB2E-2423-2B99C0302D6A}"/>
              </a:ext>
            </a:extLst>
          </p:cNvPr>
          <p:cNvSpPr txBox="1"/>
          <p:nvPr/>
        </p:nvSpPr>
        <p:spPr>
          <a:xfrm>
            <a:off x="-27314" y="5684766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8FB21695-11BD-8ABD-9F97-6991D5C8B3B6}"/>
              </a:ext>
            </a:extLst>
          </p:cNvPr>
          <p:cNvCxnSpPr>
            <a:cxnSpLocks/>
          </p:cNvCxnSpPr>
          <p:nvPr/>
        </p:nvCxnSpPr>
        <p:spPr>
          <a:xfrm flipH="1">
            <a:off x="8019364" y="3674266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7F330690-1F32-F1DA-1E4F-DD396D672641}"/>
              </a:ext>
            </a:extLst>
          </p:cNvPr>
          <p:cNvCxnSpPr>
            <a:cxnSpLocks/>
          </p:cNvCxnSpPr>
          <p:nvPr/>
        </p:nvCxnSpPr>
        <p:spPr>
          <a:xfrm flipH="1">
            <a:off x="9671483" y="4099715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FC3CBC77-6650-FABB-BBDB-000AC7FA6A5B}"/>
              </a:ext>
            </a:extLst>
          </p:cNvPr>
          <p:cNvCxnSpPr>
            <a:cxnSpLocks/>
          </p:cNvCxnSpPr>
          <p:nvPr/>
        </p:nvCxnSpPr>
        <p:spPr>
          <a:xfrm flipH="1">
            <a:off x="5910769" y="405590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6668F63E-6012-C018-9DF8-14B614C7029F}"/>
              </a:ext>
            </a:extLst>
          </p:cNvPr>
          <p:cNvSpPr/>
          <p:nvPr/>
        </p:nvSpPr>
        <p:spPr>
          <a:xfrm>
            <a:off x="-89692" y="5672259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FD30662-2245-B479-68B5-35D4A6451540}"/>
              </a:ext>
            </a:extLst>
          </p:cNvPr>
          <p:cNvSpPr txBox="1"/>
          <p:nvPr/>
        </p:nvSpPr>
        <p:spPr>
          <a:xfrm>
            <a:off x="5127981" y="4262950"/>
            <a:ext cx="161842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E7B6ACC-0932-519A-9977-B612AB01FCD3}"/>
              </a:ext>
            </a:extLst>
          </p:cNvPr>
          <p:cNvSpPr txBox="1"/>
          <p:nvPr/>
        </p:nvSpPr>
        <p:spPr>
          <a:xfrm>
            <a:off x="4931764" y="2166983"/>
            <a:ext cx="3642609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7A0283F-1FB1-8A39-283D-6773A86E9DDD}"/>
              </a:ext>
            </a:extLst>
          </p:cNvPr>
          <p:cNvGrpSpPr/>
          <p:nvPr/>
        </p:nvGrpSpPr>
        <p:grpSpPr>
          <a:xfrm>
            <a:off x="1128384" y="2175748"/>
            <a:ext cx="1843637" cy="1149689"/>
            <a:chOff x="2719572" y="1536945"/>
            <a:chExt cx="1289076" cy="305400"/>
          </a:xfrm>
        </p:grpSpPr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92A4840B-1FF1-F5DD-932B-19206E5986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058D4F4-7E03-2858-6EB1-5234A7FEAA9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56076F3-9150-C367-5306-8365748B4922}"/>
                  </a:ext>
                </a:extLst>
              </p:cNvPr>
              <p:cNvSpPr txBox="1"/>
              <p:nvPr/>
            </p:nvSpPr>
            <p:spPr>
              <a:xfrm>
                <a:off x="320784" y="335205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56076F3-9150-C367-5306-8365748B4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4" y="3352059"/>
                <a:ext cx="1447007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2E72FFA-4697-7EA7-EA5D-4A6F48F346AF}"/>
                  </a:ext>
                </a:extLst>
              </p:cNvPr>
              <p:cNvSpPr txBox="1"/>
              <p:nvPr/>
            </p:nvSpPr>
            <p:spPr>
              <a:xfrm>
                <a:off x="1836580" y="335205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2E72FFA-4697-7EA7-EA5D-4A6F48F34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580" y="3352059"/>
                <a:ext cx="2322867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66631BA7-593F-B8D8-953B-7943AAD186CF}"/>
              </a:ext>
            </a:extLst>
          </p:cNvPr>
          <p:cNvGrpSpPr/>
          <p:nvPr/>
        </p:nvGrpSpPr>
        <p:grpSpPr>
          <a:xfrm>
            <a:off x="4430860" y="3078264"/>
            <a:ext cx="1677849" cy="346128"/>
            <a:chOff x="2719572" y="1536945"/>
            <a:chExt cx="1289076" cy="305400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C8AEB632-A014-742C-D19C-84E6E43F3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3EB76969-4AAD-3691-7B44-A2FCC5A2335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C2AEA79-0B92-2460-ABFC-E23C88D7A3FB}"/>
                  </a:ext>
                </a:extLst>
              </p:cNvPr>
              <p:cNvSpPr txBox="1"/>
              <p:nvPr/>
            </p:nvSpPr>
            <p:spPr>
              <a:xfrm>
                <a:off x="4175015" y="3352059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3C2AEA79-0B92-2460-ABFC-E23C88D7A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015" y="3352059"/>
                <a:ext cx="885102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EE66430A-8B82-83A4-8134-BC50AFEAA904}"/>
                  </a:ext>
                </a:extLst>
              </p:cNvPr>
              <p:cNvSpPr txBox="1"/>
              <p:nvPr/>
            </p:nvSpPr>
            <p:spPr>
              <a:xfrm>
                <a:off x="5629033" y="3352059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EE66430A-8B82-83A4-8134-BC50AFEAA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033" y="3352059"/>
                <a:ext cx="841110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31FAADD-AB85-591E-45CA-5780C7E6E637}"/>
              </a:ext>
            </a:extLst>
          </p:cNvPr>
          <p:cNvGrpSpPr/>
          <p:nvPr/>
        </p:nvGrpSpPr>
        <p:grpSpPr>
          <a:xfrm>
            <a:off x="7600706" y="3078264"/>
            <a:ext cx="1677849" cy="346128"/>
            <a:chOff x="2719572" y="1536945"/>
            <a:chExt cx="1289076" cy="305400"/>
          </a:xfrm>
        </p:grpSpPr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3CB62A47-90E1-D6C8-9FE5-6D6698DBA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734B8A55-9D45-6347-E799-447AD68B46D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B1D4EC7-3FE3-1D18-51D5-E063881F0CC7}"/>
                  </a:ext>
                </a:extLst>
              </p:cNvPr>
              <p:cNvSpPr txBox="1"/>
              <p:nvPr/>
            </p:nvSpPr>
            <p:spPr>
              <a:xfrm>
                <a:off x="7191018" y="3352059"/>
                <a:ext cx="88510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B1D4EC7-3FE3-1D18-51D5-E063881F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018" y="3352059"/>
                <a:ext cx="885102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938FCE8-4214-C511-EC3C-002B2C0D0079}"/>
                  </a:ext>
                </a:extLst>
              </p:cNvPr>
              <p:cNvSpPr txBox="1"/>
              <p:nvPr/>
            </p:nvSpPr>
            <p:spPr>
              <a:xfrm>
                <a:off x="8943137" y="3352059"/>
                <a:ext cx="8411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938FCE8-4214-C511-EC3C-002B2C0D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137" y="3352059"/>
                <a:ext cx="841110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9F3AB01C-5061-307C-D91C-59C7AD41BC60}"/>
              </a:ext>
            </a:extLst>
          </p:cNvPr>
          <p:cNvSpPr txBox="1"/>
          <p:nvPr/>
        </p:nvSpPr>
        <p:spPr>
          <a:xfrm>
            <a:off x="4050962" y="3700617"/>
            <a:ext cx="1077019" cy="286108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EF894D5-6D89-1E50-9EDC-B02A8A4C45C6}"/>
              </a:ext>
            </a:extLst>
          </p:cNvPr>
          <p:cNvGrpSpPr/>
          <p:nvPr/>
        </p:nvGrpSpPr>
        <p:grpSpPr>
          <a:xfrm>
            <a:off x="2048613" y="1116736"/>
            <a:ext cx="5417629" cy="782021"/>
            <a:chOff x="7708076" y="4581613"/>
            <a:chExt cx="1256581" cy="293576"/>
          </a:xfrm>
        </p:grpSpPr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83447560-A98B-E9BE-F067-E451881EADF4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 flipH="1">
              <a:off x="7708076" y="4581613"/>
              <a:ext cx="933711" cy="293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F8B50E1C-6C28-24EF-8DDC-4507EC10B843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8641787" y="4581613"/>
              <a:ext cx="322870" cy="2935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67F9AB0-1AD4-1CBA-894B-D80A741E575E}"/>
              </a:ext>
            </a:extLst>
          </p:cNvPr>
          <p:cNvCxnSpPr>
            <a:cxnSpLocks/>
          </p:cNvCxnSpPr>
          <p:nvPr/>
        </p:nvCxnSpPr>
        <p:spPr>
          <a:xfrm flipH="1">
            <a:off x="6063169" y="420830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8289B94-C552-C98F-9FE9-F6384B796948}"/>
              </a:ext>
            </a:extLst>
          </p:cNvPr>
          <p:cNvCxnSpPr>
            <a:cxnSpLocks/>
          </p:cNvCxnSpPr>
          <p:nvPr/>
        </p:nvCxnSpPr>
        <p:spPr>
          <a:xfrm flipH="1">
            <a:off x="3039874" y="4002359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86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Macintosh PowerPoint</Application>
  <PresentationFormat>Breitbild</PresentationFormat>
  <Paragraphs>143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36</cp:revision>
  <dcterms:created xsi:type="dcterms:W3CDTF">2023-05-08T12:12:17Z</dcterms:created>
  <dcterms:modified xsi:type="dcterms:W3CDTF">2025-12-27T19:45:09Z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