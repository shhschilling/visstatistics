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7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392D9E-2597-7A42-9800-36B598911903}" v="25" dt="2026-05-11T14:25:48.3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5989"/>
    <p:restoredTop sz="79354"/>
  </p:normalViewPr>
  <p:slideViewPr>
    <p:cSldViewPr snapToGrid="0" snapToObjects="1" showGuides="1">
      <p:cViewPr>
        <p:scale>
          <a:sx n="124" d="100"/>
          <a:sy n="124" d="100"/>
        </p:scale>
        <p:origin x="-928" y="-1176"/>
      </p:cViewPr>
      <p:guideLst>
        <p:guide orient="horz" pos="2273"/>
        <p:guide pos="3840"/>
      </p:guideLst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hilling Sabine HSLU W" userId="b0e2af5c-9187-4900-883a-c96514cd8e15" providerId="ADAL" clId="{5E51067F-94D7-505D-9735-0698788361AC}"/>
    <pc:docChg chg="undo custSel delSld modSld">
      <pc:chgData name="Schilling Sabine HSLU W" userId="b0e2af5c-9187-4900-883a-c96514cd8e15" providerId="ADAL" clId="{5E51067F-94D7-505D-9735-0698788361AC}" dt="2026-05-11T14:26:38.487" v="1144" actId="1035"/>
      <pc:docMkLst>
        <pc:docMk/>
      </pc:docMkLst>
      <pc:sldChg chg="del">
        <pc:chgData name="Schilling Sabine HSLU W" userId="b0e2af5c-9187-4900-883a-c96514cd8e15" providerId="ADAL" clId="{5E51067F-94D7-505D-9735-0698788361AC}" dt="2026-05-10T22:38:05.720" v="840" actId="2696"/>
        <pc:sldMkLst>
          <pc:docMk/>
          <pc:sldMk cId="2466277124" sldId="263"/>
        </pc:sldMkLst>
      </pc:sldChg>
      <pc:sldChg chg="addSp delSp modSp mod">
        <pc:chgData name="Schilling Sabine HSLU W" userId="b0e2af5c-9187-4900-883a-c96514cd8e15" providerId="ADAL" clId="{5E51067F-94D7-505D-9735-0698788361AC}" dt="2026-05-11T14:26:38.487" v="1144" actId="1035"/>
        <pc:sldMkLst>
          <pc:docMk/>
          <pc:sldMk cId="592820548" sldId="267"/>
        </pc:sldMkLst>
        <pc:spChg chg="mod">
          <ac:chgData name="Schilling Sabine HSLU W" userId="b0e2af5c-9187-4900-883a-c96514cd8e15" providerId="ADAL" clId="{5E51067F-94D7-505D-9735-0698788361AC}" dt="2026-05-04T13:43:20.837" v="829" actId="1076"/>
          <ac:spMkLst>
            <pc:docMk/>
            <pc:sldMk cId="592820548" sldId="267"/>
            <ac:spMk id="2" creationId="{450570A0-E57C-AAA8-B3DD-EEE2B1F40B40}"/>
          </ac:spMkLst>
        </pc:spChg>
        <pc:spChg chg="mod topLvl">
          <ac:chgData name="Schilling Sabine HSLU W" userId="b0e2af5c-9187-4900-883a-c96514cd8e15" providerId="ADAL" clId="{5E51067F-94D7-505D-9735-0698788361AC}" dt="2026-05-09T21:59:12.723" v="837" actId="164"/>
          <ac:spMkLst>
            <pc:docMk/>
            <pc:sldMk cId="592820548" sldId="267"/>
            <ac:spMk id="3" creationId="{4176BE39-0DC3-4460-A1E3-B164CF21631E}"/>
          </ac:spMkLst>
        </pc:spChg>
        <pc:spChg chg="mod topLvl">
          <ac:chgData name="Schilling Sabine HSLU W" userId="b0e2af5c-9187-4900-883a-c96514cd8e15" providerId="ADAL" clId="{5E51067F-94D7-505D-9735-0698788361AC}" dt="2026-05-09T21:59:12.723" v="837" actId="164"/>
          <ac:spMkLst>
            <pc:docMk/>
            <pc:sldMk cId="592820548" sldId="267"/>
            <ac:spMk id="4" creationId="{9B76B0ED-5429-C912-842E-CDB7822669E7}"/>
          </ac:spMkLst>
        </pc:spChg>
        <pc:spChg chg="mod topLvl">
          <ac:chgData name="Schilling Sabine HSLU W" userId="b0e2af5c-9187-4900-883a-c96514cd8e15" providerId="ADAL" clId="{5E51067F-94D7-505D-9735-0698788361AC}" dt="2026-05-09T21:59:12.723" v="837" actId="164"/>
          <ac:spMkLst>
            <pc:docMk/>
            <pc:sldMk cId="592820548" sldId="267"/>
            <ac:spMk id="7" creationId="{1CFA9C82-560E-0334-1BB1-9FD4E0F70506}"/>
          </ac:spMkLst>
        </pc:spChg>
        <pc:spChg chg="mod">
          <ac:chgData name="Schilling Sabine HSLU W" userId="b0e2af5c-9187-4900-883a-c96514cd8e15" providerId="ADAL" clId="{5E51067F-94D7-505D-9735-0698788361AC}" dt="2026-05-04T13:41:26.615" v="822" actId="20577"/>
          <ac:spMkLst>
            <pc:docMk/>
            <pc:sldMk cId="592820548" sldId="267"/>
            <ac:spMk id="15" creationId="{F6AAEE37-561B-2614-4B82-BA3E31A1445D}"/>
          </ac:spMkLst>
        </pc:spChg>
        <pc:spChg chg="mod topLvl">
          <ac:chgData name="Schilling Sabine HSLU W" userId="b0e2af5c-9187-4900-883a-c96514cd8e15" providerId="ADAL" clId="{5E51067F-94D7-505D-9735-0698788361AC}" dt="2026-05-09T21:59:12.723" v="837" actId="164"/>
          <ac:spMkLst>
            <pc:docMk/>
            <pc:sldMk cId="592820548" sldId="267"/>
            <ac:spMk id="24" creationId="{9DDF4002-DC12-E055-D57B-9A420412E12D}"/>
          </ac:spMkLst>
        </pc:spChg>
        <pc:spChg chg="mod">
          <ac:chgData name="Schilling Sabine HSLU W" userId="b0e2af5c-9187-4900-883a-c96514cd8e15" providerId="ADAL" clId="{5E51067F-94D7-505D-9735-0698788361AC}" dt="2026-05-04T13:41:26.615" v="822" actId="20577"/>
          <ac:spMkLst>
            <pc:docMk/>
            <pc:sldMk cId="592820548" sldId="267"/>
            <ac:spMk id="25" creationId="{0EA1C71A-304F-C75E-AF4E-0A6C9B95F4FB}"/>
          </ac:spMkLst>
        </pc:spChg>
        <pc:spChg chg="mod topLvl">
          <ac:chgData name="Schilling Sabine HSLU W" userId="b0e2af5c-9187-4900-883a-c96514cd8e15" providerId="ADAL" clId="{5E51067F-94D7-505D-9735-0698788361AC}" dt="2026-05-09T21:59:12.723" v="837" actId="164"/>
          <ac:spMkLst>
            <pc:docMk/>
            <pc:sldMk cId="592820548" sldId="267"/>
            <ac:spMk id="27" creationId="{0BBD0A08-95D2-F972-F4D4-79B7324DC9BB}"/>
          </ac:spMkLst>
        </pc:spChg>
        <pc:spChg chg="mod">
          <ac:chgData name="Schilling Sabine HSLU W" userId="b0e2af5c-9187-4900-883a-c96514cd8e15" providerId="ADAL" clId="{5E51067F-94D7-505D-9735-0698788361AC}" dt="2026-05-11T14:23:21.664" v="955"/>
          <ac:spMkLst>
            <pc:docMk/>
            <pc:sldMk cId="592820548" sldId="267"/>
            <ac:spMk id="29" creationId="{38C66D2F-9E14-7C8B-5D2A-1F7912FEFB00}"/>
          </ac:spMkLst>
        </pc:spChg>
        <pc:spChg chg="mod">
          <ac:chgData name="Schilling Sabine HSLU W" userId="b0e2af5c-9187-4900-883a-c96514cd8e15" providerId="ADAL" clId="{5E51067F-94D7-505D-9735-0698788361AC}" dt="2026-05-11T14:23:54.199" v="961"/>
          <ac:spMkLst>
            <pc:docMk/>
            <pc:sldMk cId="592820548" sldId="267"/>
            <ac:spMk id="30" creationId="{CA4581C7-C3B0-54FA-EF00-228EC57A3E10}"/>
          </ac:spMkLst>
        </pc:spChg>
        <pc:spChg chg="mod topLvl">
          <ac:chgData name="Schilling Sabine HSLU W" userId="b0e2af5c-9187-4900-883a-c96514cd8e15" providerId="ADAL" clId="{5E51067F-94D7-505D-9735-0698788361AC}" dt="2026-05-09T21:59:12.723" v="837" actId="164"/>
          <ac:spMkLst>
            <pc:docMk/>
            <pc:sldMk cId="592820548" sldId="267"/>
            <ac:spMk id="32" creationId="{274C6E35-BABE-7694-0978-CD95FB70192A}"/>
          </ac:spMkLst>
        </pc:spChg>
        <pc:spChg chg="mod">
          <ac:chgData name="Schilling Sabine HSLU W" userId="b0e2af5c-9187-4900-883a-c96514cd8e15" providerId="ADAL" clId="{5E51067F-94D7-505D-9735-0698788361AC}" dt="2026-05-04T13:40:41.158" v="810" actId="20577"/>
          <ac:spMkLst>
            <pc:docMk/>
            <pc:sldMk cId="592820548" sldId="267"/>
            <ac:spMk id="39" creationId="{25D3B015-9B60-7B1A-E90A-F3C27F59AD30}"/>
          </ac:spMkLst>
        </pc:spChg>
        <pc:spChg chg="mod">
          <ac:chgData name="Schilling Sabine HSLU W" userId="b0e2af5c-9187-4900-883a-c96514cd8e15" providerId="ADAL" clId="{5E51067F-94D7-505D-9735-0698788361AC}" dt="2026-05-04T13:41:26.615" v="822" actId="20577"/>
          <ac:spMkLst>
            <pc:docMk/>
            <pc:sldMk cId="592820548" sldId="267"/>
            <ac:spMk id="55" creationId="{32F34D86-DE31-25CE-057E-D851B9BC0D4C}"/>
          </ac:spMkLst>
        </pc:spChg>
        <pc:spChg chg="mod">
          <ac:chgData name="Schilling Sabine HSLU W" userId="b0e2af5c-9187-4900-883a-c96514cd8e15" providerId="ADAL" clId="{5E51067F-94D7-505D-9735-0698788361AC}" dt="2026-05-04T13:37:54.596" v="780" actId="20577"/>
          <ac:spMkLst>
            <pc:docMk/>
            <pc:sldMk cId="592820548" sldId="267"/>
            <ac:spMk id="56" creationId="{3E0D5529-B228-DD80-E287-2980B02418B3}"/>
          </ac:spMkLst>
        </pc:spChg>
        <pc:spChg chg="mod">
          <ac:chgData name="Schilling Sabine HSLU W" userId="b0e2af5c-9187-4900-883a-c96514cd8e15" providerId="ADAL" clId="{5E51067F-94D7-505D-9735-0698788361AC}" dt="2026-05-04T13:41:26.615" v="822" actId="20577"/>
          <ac:spMkLst>
            <pc:docMk/>
            <pc:sldMk cId="592820548" sldId="267"/>
            <ac:spMk id="60" creationId="{77C6E6CC-42F5-BE06-70A0-D9AD39033837}"/>
          </ac:spMkLst>
        </pc:spChg>
        <pc:spChg chg="mod">
          <ac:chgData name="Schilling Sabine HSLU W" userId="b0e2af5c-9187-4900-883a-c96514cd8e15" providerId="ADAL" clId="{5E51067F-94D7-505D-9735-0698788361AC}" dt="2026-05-04T13:38:24.028" v="793" actId="20577"/>
          <ac:spMkLst>
            <pc:docMk/>
            <pc:sldMk cId="592820548" sldId="267"/>
            <ac:spMk id="61" creationId="{98C4BAEE-E59A-9693-1E67-65291EDBDE33}"/>
          </ac:spMkLst>
        </pc:spChg>
        <pc:spChg chg="mod topLvl">
          <ac:chgData name="Schilling Sabine HSLU W" userId="b0e2af5c-9187-4900-883a-c96514cd8e15" providerId="ADAL" clId="{5E51067F-94D7-505D-9735-0698788361AC}" dt="2026-05-09T21:59:12.723" v="837" actId="164"/>
          <ac:spMkLst>
            <pc:docMk/>
            <pc:sldMk cId="592820548" sldId="267"/>
            <ac:spMk id="62" creationId="{5CCF68E2-CE13-5735-609B-5C127D7431F9}"/>
          </ac:spMkLst>
        </pc:spChg>
        <pc:spChg chg="mod">
          <ac:chgData name="Schilling Sabine HSLU W" userId="b0e2af5c-9187-4900-883a-c96514cd8e15" providerId="ADAL" clId="{5E51067F-94D7-505D-9735-0698788361AC}" dt="2026-05-11T14:22:24.563" v="944" actId="1037"/>
          <ac:spMkLst>
            <pc:docMk/>
            <pc:sldMk cId="592820548" sldId="267"/>
            <ac:spMk id="82" creationId="{DB1D11B9-7DA9-707E-F6E3-B35B8A7B85EA}"/>
          </ac:spMkLst>
        </pc:spChg>
        <pc:spChg chg="mod topLvl">
          <ac:chgData name="Schilling Sabine HSLU W" userId="b0e2af5c-9187-4900-883a-c96514cd8e15" providerId="ADAL" clId="{5E51067F-94D7-505D-9735-0698788361AC}" dt="2026-05-11T14:25:01.621" v="1011" actId="1037"/>
          <ac:spMkLst>
            <pc:docMk/>
            <pc:sldMk cId="592820548" sldId="267"/>
            <ac:spMk id="88" creationId="{427A10DA-9FC5-57E8-5BBB-30CA10031A9C}"/>
          </ac:spMkLst>
        </pc:spChg>
        <pc:spChg chg="mod topLvl">
          <ac:chgData name="Schilling Sabine HSLU W" userId="b0e2af5c-9187-4900-883a-c96514cd8e15" providerId="ADAL" clId="{5E51067F-94D7-505D-9735-0698788361AC}" dt="2026-05-09T21:59:12.723" v="837" actId="164"/>
          <ac:spMkLst>
            <pc:docMk/>
            <pc:sldMk cId="592820548" sldId="267"/>
            <ac:spMk id="93" creationId="{74A3E3BE-C2F2-8A60-46BA-B43DEC661C89}"/>
          </ac:spMkLst>
        </pc:spChg>
        <pc:spChg chg="mod topLvl">
          <ac:chgData name="Schilling Sabine HSLU W" userId="b0e2af5c-9187-4900-883a-c96514cd8e15" providerId="ADAL" clId="{5E51067F-94D7-505D-9735-0698788361AC}" dt="2026-05-09T21:59:12.723" v="837" actId="164"/>
          <ac:spMkLst>
            <pc:docMk/>
            <pc:sldMk cId="592820548" sldId="267"/>
            <ac:spMk id="94" creationId="{9D6DD951-0BCF-B830-BA0E-BD736C52D67E}"/>
          </ac:spMkLst>
        </pc:spChg>
        <pc:spChg chg="mod">
          <ac:chgData name="Schilling Sabine HSLU W" userId="b0e2af5c-9187-4900-883a-c96514cd8e15" providerId="ADAL" clId="{5E51067F-94D7-505D-9735-0698788361AC}" dt="2026-05-04T13:41:26.615" v="822" actId="20577"/>
          <ac:spMkLst>
            <pc:docMk/>
            <pc:sldMk cId="592820548" sldId="267"/>
            <ac:spMk id="160" creationId="{69771035-549E-AC26-2C17-18F5675C2C77}"/>
          </ac:spMkLst>
        </pc:spChg>
        <pc:spChg chg="mod">
          <ac:chgData name="Schilling Sabine HSLU W" userId="b0e2af5c-9187-4900-883a-c96514cd8e15" providerId="ADAL" clId="{5E51067F-94D7-505D-9735-0698788361AC}" dt="2026-05-04T13:43:17.412" v="828" actId="1076"/>
          <ac:spMkLst>
            <pc:docMk/>
            <pc:sldMk cId="592820548" sldId="267"/>
            <ac:spMk id="453" creationId="{9D680ABF-B40E-64A8-8CA2-ADD967E39ABF}"/>
          </ac:spMkLst>
        </pc:spChg>
        <pc:spChg chg="mod">
          <ac:chgData name="Schilling Sabine HSLU W" userId="b0e2af5c-9187-4900-883a-c96514cd8e15" providerId="ADAL" clId="{5E51067F-94D7-505D-9735-0698788361AC}" dt="2026-05-04T13:43:13.720" v="827" actId="1076"/>
          <ac:spMkLst>
            <pc:docMk/>
            <pc:sldMk cId="592820548" sldId="267"/>
            <ac:spMk id="454" creationId="{91CC0555-9927-4C62-300B-210270F9CD9D}"/>
          </ac:spMkLst>
        </pc:spChg>
        <pc:spChg chg="mod">
          <ac:chgData name="Schilling Sabine HSLU W" userId="b0e2af5c-9187-4900-883a-c96514cd8e15" providerId="ADAL" clId="{5E51067F-94D7-505D-9735-0698788361AC}" dt="2026-05-04T13:43:01.254" v="825" actId="1076"/>
          <ac:spMkLst>
            <pc:docMk/>
            <pc:sldMk cId="592820548" sldId="267"/>
            <ac:spMk id="455" creationId="{3E5F604F-EE46-86FF-7411-4BCCBA43E137}"/>
          </ac:spMkLst>
        </pc:spChg>
        <pc:spChg chg="mod">
          <ac:chgData name="Schilling Sabine HSLU W" userId="b0e2af5c-9187-4900-883a-c96514cd8e15" providerId="ADAL" clId="{5E51067F-94D7-505D-9735-0698788361AC}" dt="2026-05-04T13:43:24.586" v="830" actId="1076"/>
          <ac:spMkLst>
            <pc:docMk/>
            <pc:sldMk cId="592820548" sldId="267"/>
            <ac:spMk id="457" creationId="{E47FDE1A-B498-6B59-C66D-9D00864C40C7}"/>
          </ac:spMkLst>
        </pc:spChg>
        <pc:grpChg chg="mod">
          <ac:chgData name="Schilling Sabine HSLU W" userId="b0e2af5c-9187-4900-883a-c96514cd8e15" providerId="ADAL" clId="{5E51067F-94D7-505D-9735-0698788361AC}" dt="2026-05-11T14:13:30.970" v="850" actId="1038"/>
          <ac:grpSpMkLst>
            <pc:docMk/>
            <pc:sldMk cId="592820548" sldId="267"/>
            <ac:grpSpMk id="9" creationId="{187C39A3-A174-52AC-CD73-6D828A52F04A}"/>
          </ac:grpSpMkLst>
        </pc:grpChg>
        <pc:grpChg chg="del mod">
          <ac:chgData name="Schilling Sabine HSLU W" userId="b0e2af5c-9187-4900-883a-c96514cd8e15" providerId="ADAL" clId="{5E51067F-94D7-505D-9735-0698788361AC}" dt="2026-05-11T14:25:19.410" v="1029" actId="478"/>
          <ac:grpSpMkLst>
            <pc:docMk/>
            <pc:sldMk cId="592820548" sldId="267"/>
            <ac:grpSpMk id="16" creationId="{CD2FE70A-873E-9BDB-4484-ABD329E5F116}"/>
          </ac:grpSpMkLst>
        </pc:grpChg>
        <pc:cxnChg chg="add mod">
          <ac:chgData name="Schilling Sabine HSLU W" userId="b0e2af5c-9187-4900-883a-c96514cd8e15" providerId="ADAL" clId="{5E51067F-94D7-505D-9735-0698788361AC}" dt="2026-05-11T14:25:35.385" v="1034" actId="1035"/>
          <ac:cxnSpMkLst>
            <pc:docMk/>
            <pc:sldMk cId="592820548" sldId="267"/>
            <ac:cxnSpMk id="8" creationId="{96A56585-F580-2E04-B9FB-A6D020C08064}"/>
          </ac:cxnSpMkLst>
        </pc:cxnChg>
        <pc:cxnChg chg="add mod">
          <ac:chgData name="Schilling Sabine HSLU W" userId="b0e2af5c-9187-4900-883a-c96514cd8e15" providerId="ADAL" clId="{5E51067F-94D7-505D-9735-0698788361AC}" dt="2026-05-11T14:26:38.487" v="1144" actId="1035"/>
          <ac:cxnSpMkLst>
            <pc:docMk/>
            <pc:sldMk cId="592820548" sldId="267"/>
            <ac:cxnSpMk id="11" creationId="{49A3AE00-9BB2-C9E1-3306-F4DC55F07649}"/>
          </ac:cxnSpMkLst>
        </pc:cxnChg>
        <pc:cxnChg chg="add mod">
          <ac:chgData name="Schilling Sabine HSLU W" userId="b0e2af5c-9187-4900-883a-c96514cd8e15" providerId="ADAL" clId="{5E51067F-94D7-505D-9735-0698788361AC}" dt="2026-05-11T14:26:38.487" v="1144" actId="1035"/>
          <ac:cxnSpMkLst>
            <pc:docMk/>
            <pc:sldMk cId="592820548" sldId="267"/>
            <ac:cxnSpMk id="13" creationId="{8C20A78F-E4FB-C38A-458D-C8E8F7B160D2}"/>
          </ac:cxnSpMkLst>
        </pc:cxnChg>
        <pc:cxnChg chg="mod">
          <ac:chgData name="Schilling Sabine HSLU W" userId="b0e2af5c-9187-4900-883a-c96514cd8e15" providerId="ADAL" clId="{5E51067F-94D7-505D-9735-0698788361AC}" dt="2026-05-11T14:25:12.005" v="1028" actId="1038"/>
          <ac:cxnSpMkLst>
            <pc:docMk/>
            <pc:sldMk cId="592820548" sldId="267"/>
            <ac:cxnSpMk id="458" creationId="{FB594199-4842-336C-C6AB-F270575BA874}"/>
          </ac:cxnSpMkLst>
        </pc:cxnChg>
        <pc:cxnChg chg="mod">
          <ac:chgData name="Schilling Sabine HSLU W" userId="b0e2af5c-9187-4900-883a-c96514cd8e15" providerId="ADAL" clId="{5E51067F-94D7-505D-9735-0698788361AC}" dt="2026-05-11T14:22:01.503" v="886" actId="555"/>
          <ac:cxnSpMkLst>
            <pc:docMk/>
            <pc:sldMk cId="592820548" sldId="267"/>
            <ac:cxnSpMk id="511" creationId="{9840289F-EBDC-80F4-2B45-B5F2274BB560}"/>
          </ac:cxnSpMkLst>
        </pc:cxnChg>
      </pc:sldChg>
      <pc:sldChg chg="del">
        <pc:chgData name="Schilling Sabine HSLU W" userId="b0e2af5c-9187-4900-883a-c96514cd8e15" providerId="ADAL" clId="{5E51067F-94D7-505D-9735-0698788361AC}" dt="2026-05-10T22:38:06.988" v="841" actId="2696"/>
        <pc:sldMkLst>
          <pc:docMk/>
          <pc:sldMk cId="1642863091" sldId="2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CA108-3915-9043-8428-B4BE4472B821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B21A6D-3249-074E-BBD6-BCFA953678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3666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1184C-C4BD-BB61-D66B-24B916B3F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B818C13-3D2D-35E3-FF9A-4C24E1DE18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4DE5185-7996-6C26-5369-88D6B2B85D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63F05A4-D8C9-67DF-332B-05E1207ADC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21A6D-3249-074E-BBD6-BCFA95367850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23720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ECEF21-0523-3245-A3FA-5D78C65A5F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75FCB35-54D7-B745-9657-FF74691F5D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3FB4C31-A070-E749-B7E9-CAD5936A1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E4BDDB1-76AF-F240-BE46-91A5D3ACF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5ED5B39-7F00-5F46-862B-911988D34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349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554BE9-111B-6643-8D26-3DD596FEA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B77CD3-C0E5-484B-AA36-1FAB6E941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AE1DB2-DB10-BF4C-875B-98CAE475B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FA9CC44-0F69-3747-A15E-BACC77796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55398D-D950-0B47-9A96-AABF434F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1793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EDCAD7-127F-4A49-A00E-1493C9F4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93E74A8-D7E8-5E47-9B26-F406CD93C6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1EC5F87-4EBC-EC46-BC69-2EA7086C5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6F350A8-A53D-4D41-A2F9-A9AFF938D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818D8E7-39AC-0B46-987D-0950F1CD0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8266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2F7841-3B2B-604F-815C-62EC3AAFD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D4B11C0-B11E-F540-81AE-52BAEDA20D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9245B3-41C8-C343-88E2-BE23F220ED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19DD4A7-C44D-9E43-BF1E-F13205AEE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44D8E9D-4D59-1F45-8E08-61D1A8B65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02EFA05-29DD-0641-A620-7019B4A07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8413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FB19D6-A6D2-AF40-A13C-FA7BE88B6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3ACBB3E-E485-5F42-BEC1-669009E5F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E955C11-20E8-0348-A806-9CDE1284CE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2D82558-8DBB-944E-BBE0-6A7C6E8343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5F790C5-2F18-8E45-94AA-64F30C096B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BFF6501-64C2-C943-A8E9-C5E1B7491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95BB371-362A-B645-9C58-F190A3C77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3A6B4C4-5B8D-2241-A404-A2768A846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7205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CCD577-05C9-164F-939D-D883FFD2C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0782072-9B65-E543-BC58-68B5955A0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4A1934E-231F-354D-B826-E7AD8E44F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53B6EAF-2961-3F47-B50E-4F501253E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9639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11E0EEA-87BD-7E4D-BDD1-E816BF786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FA06A65-624C-EA4B-936E-DBCEC9D5E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982C9F7-D6EF-DC40-B7B5-4E48A4586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319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5B16D9-E2F7-324E-A99A-47378B28E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B2D12D-5159-294F-8EA7-5F484B348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C48EA53-C77F-FF44-992C-A85A3C70F2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BCC8764-0DBF-344B-912D-C3453B17B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220CBC3-1569-3744-9FB2-E12E54EAA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850A68D-38F0-CC4E-8DE1-604F3C84E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1960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F1231F-387B-1544-82E5-776081E5C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BE53984-9ED8-374C-9F9D-A49EB58D00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27C99D1-BB16-F749-B0AB-0A6B34283A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B531638-E076-814A-870C-37518A17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D3AFDA6-425A-4C48-A64B-2FC02B245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FCAA1C2-0368-3F42-B248-087F91717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9740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49C4A6-64B8-904B-959B-523D63313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FA91367-9EA8-B14F-A1E3-0D7488D175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095B52B-F627-0243-95BF-CAF30A424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27D948D-68F0-444F-A060-6F3ECCFE0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A557819-4A50-7C44-911B-582581B3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3412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E74BDCF-A048-7341-8942-C4374B8484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7FF7B22-2769-8144-A326-25919C1D0D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C5B7B6A-9CEB-6C42-9C7B-F9ED38263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97422-92ED-3D47-BF28-17000E80E497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08C4A24-0F26-0840-A896-381E0715D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2341010-5E03-FB4F-AE26-6B22D37B1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5877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18E2AF2-F7FF-0F4F-A4BE-509679ACA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22B262F-55F8-F14A-9AC3-B59BB1C13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1F1D78-192B-D042-83F5-BB397139B2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497422-92ED-3D47-BF28-17000E80E497}" type="datetimeFigureOut">
              <a:rPr lang="de-DE" smtClean="0"/>
              <a:t>11.05.26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94F689-F2F7-294B-8BF5-FD360E11C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D99928-F7B0-4B46-865C-13B1B95B4C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D4C396-ED43-1B46-9C39-098C07AA861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4065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A6C71-467C-2908-108E-4FFF1E661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187C39A3-A174-52AC-CD73-6D828A52F04A}"/>
              </a:ext>
            </a:extLst>
          </p:cNvPr>
          <p:cNvGrpSpPr/>
          <p:nvPr/>
        </p:nvGrpSpPr>
        <p:grpSpPr>
          <a:xfrm>
            <a:off x="-103998" y="288697"/>
            <a:ext cx="12251028" cy="5465970"/>
            <a:chOff x="176103" y="696015"/>
            <a:chExt cx="12251028" cy="5465970"/>
          </a:xfrm>
        </p:grpSpPr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068FF5E1-F079-DF9D-FD7C-E268420CF978}"/>
                </a:ext>
              </a:extLst>
            </p:cNvPr>
            <p:cNvSpPr txBox="1"/>
            <p:nvPr/>
          </p:nvSpPr>
          <p:spPr>
            <a:xfrm>
              <a:off x="2935775" y="2530608"/>
              <a:ext cx="2869601" cy="276999"/>
            </a:xfrm>
            <a:prstGeom prst="rect">
              <a:avLst/>
            </a:prstGeom>
            <a:solidFill>
              <a:schemeClr val="accent2">
                <a:alpha val="19906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sz="1200" noProof="0" dirty="0" err="1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shapiro.test</a:t>
              </a:r>
              <a:r>
                <a:rPr lang="en-GB" sz="1200" noProof="0" dirty="0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()</a:t>
              </a:r>
              <a:r>
                <a: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 </a:t>
              </a:r>
              <a:r>
                <a:rPr lang="en-GB" sz="120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of residuals</a:t>
              </a:r>
              <a:endParaRPr lang="en-GB" sz="1200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</p:txBody>
        </p:sp>
        <p:sp>
          <p:nvSpPr>
            <p:cNvPr id="160" name="Textfeld 159">
              <a:extLst>
                <a:ext uri="{FF2B5EF4-FFF2-40B4-BE49-F238E27FC236}">
                  <a16:creationId xmlns:a16="http://schemas.microsoft.com/office/drawing/2014/main" id="{69771035-549E-AC26-2C17-18F5675C2C77}"/>
                </a:ext>
              </a:extLst>
            </p:cNvPr>
            <p:cNvSpPr txBox="1"/>
            <p:nvPr/>
          </p:nvSpPr>
          <p:spPr>
            <a:xfrm>
              <a:off x="10687409" y="2843425"/>
              <a:ext cx="1734970" cy="27699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</p:spPr>
          <p:txBody>
            <a:bodyPr wrap="square">
              <a:spAutoFit/>
            </a:bodyPr>
            <a:lstStyle>
              <a:defPPr>
                <a:defRPr lang="de-DE"/>
              </a:defPPr>
              <a:lvl1pPr algn="ctr">
                <a:defRPr sz="1200"/>
              </a:lvl1pPr>
            </a:lstStyle>
            <a:p>
              <a:r>
                <a:rPr lang="en-GB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Check normality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1CFA9C82-560E-0334-1BB1-9FD4E0F70506}"/>
                    </a:ext>
                  </a:extLst>
                </p:cNvPr>
                <p:cNvSpPr txBox="1"/>
                <p:nvPr/>
              </p:nvSpPr>
              <p:spPr>
                <a:xfrm>
                  <a:off x="3829837" y="714371"/>
                  <a:ext cx="5594111" cy="46166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6350">
                  <a:solidFill>
                    <a:schemeClr val="bg1">
                      <a:lumMod val="85000"/>
                    </a:schemeClr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 marL="171450" indent="-171450">
                    <a:buFont typeface="Arial" panose="020B0604020202020204" pitchFamily="34" charset="0"/>
                    <a:buChar char="•"/>
                  </a:pPr>
                  <a:r>
                    <a:rPr lang="en-GB" sz="12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C</a:t>
                  </a:r>
                  <a:r>
                    <a:rPr lang="en-GB" sz="1200" noProof="0" dirty="0" err="1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ategorical</a:t>
                  </a:r>
                  <a:r>
                    <a: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 predictor of </a:t>
                  </a:r>
                  <a:r>
                    <a:rPr lang="en-GB" sz="1200" noProof="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class </a:t>
                  </a:r>
                  <a:r>
                    <a:rPr lang="en-GB" sz="12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</a:t>
                  </a:r>
                  <a:r>
                    <a:rPr lang="en-GB" sz="120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factor</a:t>
                  </a:r>
                  <a:r>
                    <a: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  with </a:t>
                  </a:r>
                  <a14:m>
                    <m:oMath xmlns:m="http://schemas.openxmlformats.org/officeDocument/2006/math">
                      <m:r>
                        <a:rPr lang="en-US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𝑘</m:t>
                      </m:r>
                      <m:r>
                        <a:rPr lang="en-US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</m:t>
                      </m:r>
                    </m:oMath>
                  </a14:m>
                  <a:r>
                    <a: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levels</a:t>
                  </a:r>
                </a:p>
                <a:p>
                  <a:pPr marL="171450" indent="-171450">
                    <a:buFont typeface="Arial" panose="020B0604020202020204" pitchFamily="34" charset="0"/>
                    <a:buChar char="•"/>
                  </a:pPr>
                  <a:r>
                    <a:rPr lang="en-GB" sz="12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N</a:t>
                  </a:r>
                  <a:r>
                    <a: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umeric response of </a:t>
                  </a:r>
                  <a:r>
                    <a:rPr lang="en-GB" sz="1200" noProof="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class </a:t>
                  </a:r>
                  <a:r>
                    <a:rPr lang="en-GB" sz="12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“</a:t>
                  </a:r>
                  <a:r>
                    <a:rPr lang="en-GB" sz="1200" noProof="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numeric</a:t>
                  </a:r>
                  <a:r>
                    <a:rPr lang="en-GB" sz="12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”</a:t>
                  </a:r>
                  <a:r>
                    <a:rPr lang="en-GB" sz="120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 </a:t>
                  </a:r>
                  <a:r>
                    <a: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or “</a:t>
                  </a:r>
                  <a:r>
                    <a:rPr lang="en-GB" sz="1200" noProof="0" dirty="0">
                      <a:latin typeface="Courier New" panose="02070309020205020404" pitchFamily="49" charset="0"/>
                      <a:ea typeface="Cambria Math" panose="02040503050406030204" pitchFamily="18" charset="0"/>
                      <a:cs typeface="Courier New" panose="02070309020205020404" pitchFamily="49" charset="0"/>
                    </a:rPr>
                    <a:t>integer</a:t>
                  </a:r>
                  <a:r>
                    <a:rPr lang="en-GB" sz="12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”</a:t>
                  </a:r>
                  <a:endPara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1CFA9C82-560E-0334-1BB1-9FD4E0F705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29837" y="714371"/>
                  <a:ext cx="5594111" cy="461665"/>
                </a:xfrm>
                <a:prstGeom prst="rect">
                  <a:avLst/>
                </a:prstGeom>
                <a:blipFill>
                  <a:blip r:embed="rId3"/>
                  <a:stretch>
                    <a:fillRect b="-7895"/>
                  </a:stretch>
                </a:blipFill>
                <a:ln w="6350">
                  <a:solidFill>
                    <a:schemeClr val="bg1">
                      <a:lumMod val="8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feld 14">
                  <a:extLst>
                    <a:ext uri="{FF2B5EF4-FFF2-40B4-BE49-F238E27FC236}">
                      <a16:creationId xmlns:a16="http://schemas.microsoft.com/office/drawing/2014/main" id="{F6AAEE37-561B-2614-4B82-BA3E31A1445D}"/>
                    </a:ext>
                  </a:extLst>
                </p:cNvPr>
                <p:cNvSpPr txBox="1"/>
                <p:nvPr/>
              </p:nvSpPr>
              <p:spPr>
                <a:xfrm>
                  <a:off x="2935776" y="1958303"/>
                  <a:ext cx="2865165" cy="276999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>
                  <a:defPPr>
                    <a:defRPr lang="de-DE"/>
                  </a:defPPr>
                </a:lstStyle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GB" sz="12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  </a:t>
                  </a:r>
                  <a14:m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50</m:t>
                      </m:r>
                    </m:oMath>
                  </a14:m>
                  <a:r>
                    <a:rPr lang="en-GB" sz="12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 for all  </a:t>
                  </a:r>
                  <a14:m>
                    <m:oMath xmlns:m="http://schemas.openxmlformats.org/officeDocument/2006/math">
                      <m:r>
                        <a:rPr lang="en-GB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𝑖</m:t>
                      </m:r>
                      <m:r>
                        <a:rPr lang="en-GB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=1,…,</m:t>
                      </m:r>
                      <m:r>
                        <a:rPr lang="en-GB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𝑘</m:t>
                      </m:r>
                    </m:oMath>
                  </a14:m>
                  <a:r>
                    <a: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5" name="Textfeld 14">
                  <a:extLst>
                    <a:ext uri="{FF2B5EF4-FFF2-40B4-BE49-F238E27FC236}">
                      <a16:creationId xmlns:a16="http://schemas.microsoft.com/office/drawing/2014/main" id="{F6AAEE37-561B-2614-4B82-BA3E31A144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5776" y="1958303"/>
                  <a:ext cx="2865165" cy="276999"/>
                </a:xfrm>
                <a:prstGeom prst="rect">
                  <a:avLst/>
                </a:prstGeom>
                <a:blipFill>
                  <a:blip r:embed="rId4"/>
                  <a:stretch>
                    <a:fillRect b="-8696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EAA44F0D-CC8D-6089-131A-2E1FE6EFFBE2}"/>
                </a:ext>
              </a:extLst>
            </p:cNvPr>
            <p:cNvSpPr txBox="1"/>
            <p:nvPr/>
          </p:nvSpPr>
          <p:spPr>
            <a:xfrm>
              <a:off x="306876" y="5348377"/>
              <a:ext cx="1455624" cy="27699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>
              <a:spAutoFit/>
            </a:bodyPr>
            <a:lstStyle>
              <a:defPPr>
                <a:defRPr lang="de-DE"/>
              </a:defPPr>
              <a:lvl1pPr algn="ctr">
                <a:defRPr sz="1200"/>
              </a:lvl1pPr>
            </a:lstStyle>
            <a:p>
              <a:r>
                <a:rPr lang="en-GB" noProof="0" dirty="0" err="1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wilcox.test</a:t>
              </a:r>
              <a:r>
                <a:rPr lang="en-GB" noProof="0" dirty="0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()</a:t>
              </a:r>
            </a:p>
          </p:txBody>
        </p:sp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0BBD0A08-95D2-F972-F4D4-79B7324DC9BB}"/>
                </a:ext>
              </a:extLst>
            </p:cNvPr>
            <p:cNvSpPr txBox="1"/>
            <p:nvPr/>
          </p:nvSpPr>
          <p:spPr>
            <a:xfrm>
              <a:off x="1822802" y="5348377"/>
              <a:ext cx="2352360" cy="27699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chemeClr val="accent1">
                  <a:lumMod val="40000"/>
                  <a:lumOff val="60000"/>
                </a:schemeClr>
              </a:solidFill>
            </a:ln>
          </p:spPr>
          <p:txBody>
            <a:bodyPr wrap="square">
              <a:spAutoFit/>
            </a:bodyPr>
            <a:lstStyle>
              <a:defPPr>
                <a:defRPr lang="de-DE"/>
              </a:defPPr>
              <a:lvl1pPr algn="ctr">
                <a:defRPr sz="1200"/>
              </a:lvl1pPr>
            </a:lstStyle>
            <a:p>
              <a:r>
                <a:rPr lang="en-GB" noProof="0" dirty="0" err="1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kruskal.test</a:t>
              </a:r>
              <a:r>
                <a:rPr lang="en-GB" noProof="0" dirty="0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()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Textfeld 28">
                  <a:extLst>
                    <a:ext uri="{FF2B5EF4-FFF2-40B4-BE49-F238E27FC236}">
                      <a16:creationId xmlns:a16="http://schemas.microsoft.com/office/drawing/2014/main" id="{38C66D2F-9E14-7C8B-5D2A-1F7912FEFB00}"/>
                    </a:ext>
                  </a:extLst>
                </p:cNvPr>
                <p:cNvSpPr txBox="1"/>
                <p:nvPr/>
              </p:nvSpPr>
              <p:spPr>
                <a:xfrm>
                  <a:off x="8165541" y="4453323"/>
                  <a:ext cx="1086431" cy="277200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sz="1200" b="0" i="1" baseline="-25000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  <m:r>
                          <a:rPr lang="en-US" sz="1200" b="0" i="1" baseline="-25000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≥</m:t>
                        </m:r>
                        <m:r>
                          <a:rPr lang="en-GB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endParaRPr>
                </a:p>
              </p:txBody>
            </p:sp>
          </mc:Choice>
          <mc:Fallback>
            <p:sp>
              <p:nvSpPr>
                <p:cNvPr id="29" name="Textfeld 28">
                  <a:extLst>
                    <a:ext uri="{FF2B5EF4-FFF2-40B4-BE49-F238E27FC236}">
                      <a16:creationId xmlns:a16="http://schemas.microsoft.com/office/drawing/2014/main" id="{38C66D2F-9E14-7C8B-5D2A-1F7912FEFB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65541" y="4453323"/>
                  <a:ext cx="1086431" cy="277200"/>
                </a:xfrm>
                <a:prstGeom prst="rect">
                  <a:avLst/>
                </a:prstGeom>
                <a:blipFill>
                  <a:blip r:embed="rId5"/>
                  <a:stretch>
                    <a:fillRect b="-13043"/>
                  </a:stretch>
                </a:blipFill>
                <a:ln w="12700">
                  <a:noFill/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Textfeld 29">
                  <a:extLst>
                    <a:ext uri="{FF2B5EF4-FFF2-40B4-BE49-F238E27FC236}">
                      <a16:creationId xmlns:a16="http://schemas.microsoft.com/office/drawing/2014/main" id="{CA4581C7-C3B0-54FA-EF00-228EC57A3E10}"/>
                    </a:ext>
                  </a:extLst>
                </p:cNvPr>
                <p:cNvSpPr txBox="1"/>
                <p:nvPr/>
              </p:nvSpPr>
              <p:spPr>
                <a:xfrm>
                  <a:off x="4843821" y="4484616"/>
                  <a:ext cx="1086431" cy="27699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sz="1200" b="0" i="1" baseline="-25000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  <m:r>
                          <a:rPr lang="en-US" sz="1200" b="0" i="1" baseline="-25000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&lt;</m:t>
                        </m:r>
                        <m:r>
                          <a:rPr lang="en-GB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endParaRPr>
                </a:p>
              </p:txBody>
            </p:sp>
          </mc:Choice>
          <mc:Fallback>
            <p:sp>
              <p:nvSpPr>
                <p:cNvPr id="30" name="Textfeld 29">
                  <a:extLst>
                    <a:ext uri="{FF2B5EF4-FFF2-40B4-BE49-F238E27FC236}">
                      <a16:creationId xmlns:a16="http://schemas.microsoft.com/office/drawing/2014/main" id="{CA4581C7-C3B0-54FA-EF00-228EC57A3E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3821" y="4484616"/>
                  <a:ext cx="1086431" cy="276999"/>
                </a:xfrm>
                <a:prstGeom prst="rect">
                  <a:avLst/>
                </a:prstGeom>
                <a:blipFill>
                  <a:blip r:embed="rId6"/>
                  <a:stretch>
                    <a:fillRect b="-13636"/>
                  </a:stretch>
                </a:blipFill>
                <a:ln w="12700">
                  <a:noFill/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4E9381FD-69C7-430A-E209-F66858BC4F1A}"/>
                </a:ext>
              </a:extLst>
            </p:cNvPr>
            <p:cNvSpPr txBox="1"/>
            <p:nvPr/>
          </p:nvSpPr>
          <p:spPr>
            <a:xfrm>
              <a:off x="5270268" y="5367256"/>
              <a:ext cx="1555285" cy="276999"/>
            </a:xfrm>
            <a:prstGeom prst="rect">
              <a:avLst/>
            </a:prstGeom>
            <a:solidFill>
              <a:schemeClr val="accent4">
                <a:alpha val="19758"/>
              </a:schemeClr>
            </a:solidFill>
            <a:ln w="12700">
              <a:solidFill>
                <a:schemeClr val="accent1">
                  <a:lumMod val="40000"/>
                  <a:lumOff val="60000"/>
                </a:schemeClr>
              </a:solidFill>
            </a:ln>
          </p:spPr>
          <p:txBody>
            <a:bodyPr wrap="square">
              <a:spAutoFit/>
            </a:bodyPr>
            <a:lstStyle>
              <a:defPPr>
                <a:defRPr lang="de-DE"/>
              </a:defPPr>
              <a:lvl1pPr algn="ctr">
                <a:defRPr sz="1200"/>
              </a:lvl1pPr>
            </a:lstStyle>
            <a:p>
              <a:r>
                <a:rPr lang="en-GB" noProof="0" dirty="0" err="1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oneway.test</a:t>
              </a:r>
              <a:r>
                <a:rPr lang="en-GB" noProof="0" dirty="0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()</a:t>
              </a:r>
            </a:p>
          </p:txBody>
        </p: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274C6E35-BABE-7694-0978-CD95FB70192A}"/>
                </a:ext>
              </a:extLst>
            </p:cNvPr>
            <p:cNvSpPr txBox="1"/>
            <p:nvPr/>
          </p:nvSpPr>
          <p:spPr>
            <a:xfrm>
              <a:off x="9492978" y="5376299"/>
              <a:ext cx="1053655" cy="276999"/>
            </a:xfrm>
            <a:prstGeom prst="rect">
              <a:avLst/>
            </a:prstGeom>
            <a:solidFill>
              <a:schemeClr val="accent4">
                <a:alpha val="19758"/>
              </a:schemeClr>
            </a:solidFill>
            <a:ln w="12700">
              <a:solidFill>
                <a:schemeClr val="accent1">
                  <a:lumMod val="40000"/>
                  <a:lumOff val="6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sz="1200" noProof="0" dirty="0" err="1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aov</a:t>
              </a:r>
              <a:r>
                <a:rPr lang="en-GB" sz="1200" noProof="0" dirty="0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()</a:t>
              </a:r>
            </a:p>
          </p:txBody>
        </p:sp>
        <p:grpSp>
          <p:nvGrpSpPr>
            <p:cNvPr id="427" name="Gruppieren 426">
              <a:extLst>
                <a:ext uri="{FF2B5EF4-FFF2-40B4-BE49-F238E27FC236}">
                  <a16:creationId xmlns:a16="http://schemas.microsoft.com/office/drawing/2014/main" id="{F60B4F5F-1A5A-6983-57F2-9A558C4A2A4B}"/>
                </a:ext>
              </a:extLst>
            </p:cNvPr>
            <p:cNvGrpSpPr/>
            <p:nvPr/>
          </p:nvGrpSpPr>
          <p:grpSpPr>
            <a:xfrm>
              <a:off x="5783635" y="4151670"/>
              <a:ext cx="2856320" cy="305400"/>
              <a:chOff x="8002301" y="4581613"/>
              <a:chExt cx="1289076" cy="305400"/>
            </a:xfrm>
          </p:grpSpPr>
          <p:cxnSp>
            <p:nvCxnSpPr>
              <p:cNvPr id="85" name="Gerade Verbindung mit Pfeil 84">
                <a:extLst>
                  <a:ext uri="{FF2B5EF4-FFF2-40B4-BE49-F238E27FC236}">
                    <a16:creationId xmlns:a16="http://schemas.microsoft.com/office/drawing/2014/main" id="{7DB92D34-6BE9-8F72-335D-782116FA9DA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02301" y="4581613"/>
                <a:ext cx="639486" cy="3054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Gerade Verbindung mit Pfeil 85">
                <a:extLst>
                  <a:ext uri="{FF2B5EF4-FFF2-40B4-BE49-F238E27FC236}">
                    <a16:creationId xmlns:a16="http://schemas.microsoft.com/office/drawing/2014/main" id="{DA797C15-DD84-EA62-E689-E0352D91B0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41787" y="4581613"/>
                <a:ext cx="649590" cy="3054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3" name="Textfeld 92">
              <a:extLst>
                <a:ext uri="{FF2B5EF4-FFF2-40B4-BE49-F238E27FC236}">
                  <a16:creationId xmlns:a16="http://schemas.microsoft.com/office/drawing/2014/main" id="{74A3E3BE-C2F2-8A60-46BA-B43DEC661C89}"/>
                </a:ext>
              </a:extLst>
            </p:cNvPr>
            <p:cNvSpPr txBox="1"/>
            <p:nvPr/>
          </p:nvSpPr>
          <p:spPr>
            <a:xfrm>
              <a:off x="9492977" y="5884785"/>
              <a:ext cx="1124403" cy="27699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accent1">
                  <a:lumMod val="40000"/>
                  <a:lumOff val="60000"/>
                </a:schemeClr>
              </a:solidFill>
            </a:ln>
          </p:spPr>
          <p:txBody>
            <a:bodyPr wrap="square">
              <a:spAutoFit/>
            </a:bodyPr>
            <a:lstStyle>
              <a:defPPr>
                <a:defRPr lang="de-DE"/>
              </a:defPPr>
              <a:lvl1pPr algn="ctr">
                <a:defRPr sz="1200"/>
              </a:lvl1pPr>
            </a:lstStyle>
            <a:p>
              <a:r>
                <a:rPr lang="en-GB" noProof="0" dirty="0" err="1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TukeyHSD</a:t>
              </a:r>
              <a:r>
                <a:rPr lang="en-GB" noProof="0" dirty="0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()</a:t>
              </a:r>
            </a:p>
          </p:txBody>
        </p:sp>
        <p:sp>
          <p:nvSpPr>
            <p:cNvPr id="94" name="Textfeld 93">
              <a:extLst>
                <a:ext uri="{FF2B5EF4-FFF2-40B4-BE49-F238E27FC236}">
                  <a16:creationId xmlns:a16="http://schemas.microsoft.com/office/drawing/2014/main" id="{9D6DD951-0BCF-B830-BA0E-BD736C52D67E}"/>
                </a:ext>
              </a:extLst>
            </p:cNvPr>
            <p:cNvSpPr txBox="1"/>
            <p:nvPr/>
          </p:nvSpPr>
          <p:spPr>
            <a:xfrm>
              <a:off x="1802317" y="5884785"/>
              <a:ext cx="2355146" cy="27699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accent1">
                  <a:lumMod val="40000"/>
                  <a:lumOff val="6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sz="1200" noProof="0" dirty="0" err="1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pairwise.wilcox.test</a:t>
              </a:r>
              <a:r>
                <a:rPr lang="en-GB" sz="1200" noProof="0" dirty="0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()</a:t>
              </a:r>
            </a:p>
          </p:txBody>
        </p:sp>
        <p:sp>
          <p:nvSpPr>
            <p:cNvPr id="50" name="Textfeld 49">
              <a:extLst>
                <a:ext uri="{FF2B5EF4-FFF2-40B4-BE49-F238E27FC236}">
                  <a16:creationId xmlns:a16="http://schemas.microsoft.com/office/drawing/2014/main" id="{1BB6760B-CE33-E359-98D8-3A80AB6E2061}"/>
                </a:ext>
              </a:extLst>
            </p:cNvPr>
            <p:cNvSpPr txBox="1"/>
            <p:nvPr/>
          </p:nvSpPr>
          <p:spPr>
            <a:xfrm>
              <a:off x="6896818" y="5376365"/>
              <a:ext cx="2527130" cy="276999"/>
            </a:xfrm>
            <a:prstGeom prst="rect">
              <a:avLst/>
            </a:prstGeom>
            <a:solidFill>
              <a:schemeClr val="accent4">
                <a:alpha val="19758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GB" sz="1200" noProof="0" dirty="0" err="1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t.test</a:t>
              </a:r>
              <a:r>
                <a:rPr lang="en-GB" sz="1200" noProof="0" dirty="0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(…,</a:t>
              </a:r>
              <a:r>
                <a:rPr lang="en-GB" sz="1200" noProof="0" dirty="0" err="1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var.equal</a:t>
              </a:r>
              <a:r>
                <a:rPr lang="en-GB" sz="1200" noProof="0" dirty="0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=TRUE)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2" name="Textfeld 81">
                  <a:extLst>
                    <a:ext uri="{FF2B5EF4-FFF2-40B4-BE49-F238E27FC236}">
                      <a16:creationId xmlns:a16="http://schemas.microsoft.com/office/drawing/2014/main" id="{DB1D11B9-7DA9-707E-F6E3-B35B8A7B85EA}"/>
                    </a:ext>
                  </a:extLst>
                </p:cNvPr>
                <p:cNvSpPr txBox="1"/>
                <p:nvPr/>
              </p:nvSpPr>
              <p:spPr>
                <a:xfrm>
                  <a:off x="1539813" y="3195594"/>
                  <a:ext cx="2062342" cy="27699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sz="1200" b="0" i="1" baseline="-25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𝑆𝑊</m:t>
                        </m:r>
                        <m:r>
                          <a:rPr lang="en-US" sz="1200" b="0" i="1" baseline="-25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&lt;</m:t>
                        </m:r>
                        <m:r>
                          <a:rPr lang="en-GB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endParaRPr>
                </a:p>
              </p:txBody>
            </p:sp>
          </mc:Choice>
          <mc:Fallback>
            <p:sp>
              <p:nvSpPr>
                <p:cNvPr id="82" name="Textfeld 81">
                  <a:extLst>
                    <a:ext uri="{FF2B5EF4-FFF2-40B4-BE49-F238E27FC236}">
                      <a16:creationId xmlns:a16="http://schemas.microsoft.com/office/drawing/2014/main" id="{DB1D11B9-7DA9-707E-F6E3-B35B8A7B85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39813" y="3195594"/>
                  <a:ext cx="2062342" cy="276999"/>
                </a:xfrm>
                <a:prstGeom prst="rect">
                  <a:avLst/>
                </a:prstGeom>
                <a:blipFill>
                  <a:blip r:embed="rId7"/>
                  <a:stretch>
                    <a:fillRect b="-13043"/>
                  </a:stretch>
                </a:blipFill>
                <a:ln w="12700">
                  <a:noFill/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8" name="Textfeld 87">
                  <a:extLst>
                    <a:ext uri="{FF2B5EF4-FFF2-40B4-BE49-F238E27FC236}">
                      <a16:creationId xmlns:a16="http://schemas.microsoft.com/office/drawing/2014/main" id="{427A10DA-9FC5-57E8-5BBB-30CA10031A9C}"/>
                    </a:ext>
                  </a:extLst>
                </p:cNvPr>
                <p:cNvSpPr txBox="1"/>
                <p:nvPr/>
              </p:nvSpPr>
              <p:spPr>
                <a:xfrm>
                  <a:off x="5072567" y="3224082"/>
                  <a:ext cx="1805631" cy="27699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sz="1200" i="1" baseline="-25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𝑆𝑊</m:t>
                        </m:r>
                        <m:r>
                          <a:rPr lang="en-US" sz="1200" b="0" i="1" baseline="-25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n-US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endParaRPr>
                </a:p>
              </p:txBody>
            </p:sp>
          </mc:Choice>
          <mc:Fallback>
            <p:sp>
              <p:nvSpPr>
                <p:cNvPr id="88" name="Textfeld 87">
                  <a:extLst>
                    <a:ext uri="{FF2B5EF4-FFF2-40B4-BE49-F238E27FC236}">
                      <a16:creationId xmlns:a16="http://schemas.microsoft.com/office/drawing/2014/main" id="{427A10DA-9FC5-57E8-5BBB-30CA10031A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72567" y="3224082"/>
                  <a:ext cx="1805631" cy="276999"/>
                </a:xfrm>
                <a:prstGeom prst="rect">
                  <a:avLst/>
                </a:prstGeom>
                <a:blipFill>
                  <a:blip r:embed="rId8"/>
                  <a:stretch>
                    <a:fillRect b="-13043"/>
                  </a:stretch>
                </a:blipFill>
                <a:ln w="12700">
                  <a:noFill/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Textfeld 3">
              <a:extLst>
                <a:ext uri="{FF2B5EF4-FFF2-40B4-BE49-F238E27FC236}">
                  <a16:creationId xmlns:a16="http://schemas.microsoft.com/office/drawing/2014/main" id="{9B76B0ED-5429-C912-842E-CDB7822669E7}"/>
                </a:ext>
              </a:extLst>
            </p:cNvPr>
            <p:cNvSpPr txBox="1"/>
            <p:nvPr/>
          </p:nvSpPr>
          <p:spPr>
            <a:xfrm>
              <a:off x="10687408" y="5884785"/>
              <a:ext cx="1739721" cy="2772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bg2">
                  <a:lumMod val="90000"/>
                </a:schemeClr>
              </a:solidFill>
            </a:ln>
          </p:spPr>
          <p:txBody>
            <a:bodyPr wrap="square">
              <a:spAutoFit/>
            </a:bodyPr>
            <a:lstStyle>
              <a:defPPr>
                <a:defRPr lang="de-DE"/>
              </a:defPPr>
              <a:lvl1pPr algn="ctr">
                <a:defRPr sz="1200"/>
              </a:lvl1pPr>
            </a:lstStyle>
            <a:p>
              <a:r>
                <a:rPr lang="en-GB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Post-hoc test </a:t>
              </a:r>
            </a:p>
          </p:txBody>
        </p:sp>
        <p:sp>
          <p:nvSpPr>
            <p:cNvPr id="149" name="Textfeld 148">
              <a:extLst>
                <a:ext uri="{FF2B5EF4-FFF2-40B4-BE49-F238E27FC236}">
                  <a16:creationId xmlns:a16="http://schemas.microsoft.com/office/drawing/2014/main" id="{519BD8C5-7449-CD5B-D48B-19A9044FB288}"/>
                </a:ext>
              </a:extLst>
            </p:cNvPr>
            <p:cNvSpPr txBox="1"/>
            <p:nvPr/>
          </p:nvSpPr>
          <p:spPr>
            <a:xfrm>
              <a:off x="10687409" y="5413543"/>
              <a:ext cx="1739722" cy="276999"/>
            </a:xfrm>
            <a:prstGeom prst="rect">
              <a:avLst/>
            </a:prstGeom>
            <a:noFill/>
            <a:ln w="12700">
              <a:solidFill>
                <a:schemeClr val="bg2">
                  <a:lumMod val="90000"/>
                </a:schemeClr>
              </a:solidFill>
            </a:ln>
          </p:spPr>
          <p:txBody>
            <a:bodyPr wrap="square">
              <a:spAutoFit/>
            </a:bodyPr>
            <a:lstStyle>
              <a:defPPr>
                <a:defRPr lang="de-DE"/>
              </a:defPPr>
              <a:lvl1pPr algn="ctr">
                <a:defRPr sz="1200"/>
              </a:lvl1pPr>
            </a:lstStyle>
            <a:p>
              <a:r>
                <a:rPr lang="en-GB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Final test selected </a:t>
              </a:r>
            </a:p>
          </p:txBody>
        </p:sp>
        <p:sp>
          <p:nvSpPr>
            <p:cNvPr id="159" name="Textfeld 158">
              <a:extLst>
                <a:ext uri="{FF2B5EF4-FFF2-40B4-BE49-F238E27FC236}">
                  <a16:creationId xmlns:a16="http://schemas.microsoft.com/office/drawing/2014/main" id="{E123BC7C-F283-90C7-9FF1-57E548148085}"/>
                </a:ext>
              </a:extLst>
            </p:cNvPr>
            <p:cNvSpPr txBox="1"/>
            <p:nvPr/>
          </p:nvSpPr>
          <p:spPr>
            <a:xfrm>
              <a:off x="10687409" y="3849123"/>
              <a:ext cx="1734970" cy="27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accent1">
                  <a:lumMod val="20000"/>
                  <a:lumOff val="80000"/>
                </a:schemeClr>
              </a:solidFill>
            </a:ln>
          </p:spPr>
          <p:txBody>
            <a:bodyPr wrap="square">
              <a:spAutoFit/>
            </a:bodyPr>
            <a:lstStyle>
              <a:defPPr>
                <a:defRPr lang="de-DE"/>
              </a:defPPr>
              <a:lvl1pPr algn="ctr">
                <a:defRPr sz="1200"/>
              </a:lvl1pPr>
            </a:lstStyle>
            <a:p>
              <a:r>
                <a:rPr lang="en-GB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C</a:t>
              </a:r>
              <a:r>
                <a:rPr lang="en-GB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heck </a:t>
              </a:r>
              <a:r>
                <a:rPr lang="de-CH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h</a:t>
              </a:r>
              <a:r>
                <a:rPr lang="de-CH" dirty="0" err="1"/>
                <a:t>omoscedasticity</a:t>
              </a:r>
              <a:endParaRPr lang="en-GB" noProof="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endParaRPr>
            </a:p>
          </p:txBody>
        </p:sp>
        <p:grpSp>
          <p:nvGrpSpPr>
            <p:cNvPr id="491" name="Gruppieren 490">
              <a:extLst>
                <a:ext uri="{FF2B5EF4-FFF2-40B4-BE49-F238E27FC236}">
                  <a16:creationId xmlns:a16="http://schemas.microsoft.com/office/drawing/2014/main" id="{C46745CE-C7B4-E504-43D7-3E24A8313AFE}"/>
                </a:ext>
              </a:extLst>
            </p:cNvPr>
            <p:cNvGrpSpPr/>
            <p:nvPr/>
          </p:nvGrpSpPr>
          <p:grpSpPr>
            <a:xfrm>
              <a:off x="5127020" y="1332992"/>
              <a:ext cx="1795871" cy="542165"/>
              <a:chOff x="2719572" y="1536945"/>
              <a:chExt cx="1289076" cy="305400"/>
            </a:xfrm>
          </p:grpSpPr>
          <p:cxnSp>
            <p:nvCxnSpPr>
              <p:cNvPr id="492" name="Gerade Verbindung mit Pfeil 491">
                <a:extLst>
                  <a:ext uri="{FF2B5EF4-FFF2-40B4-BE49-F238E27FC236}">
                    <a16:creationId xmlns:a16="http://schemas.microsoft.com/office/drawing/2014/main" id="{C9EA7BC2-E403-97C7-5BD2-9F31E6AA375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682151" y="1536945"/>
                <a:ext cx="669170" cy="305400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Gerade Verbindung mit Pfeil 492">
                <a:extLst>
                  <a:ext uri="{FF2B5EF4-FFF2-40B4-BE49-F238E27FC236}">
                    <a16:creationId xmlns:a16="http://schemas.microsoft.com/office/drawing/2014/main" id="{2581601F-B896-CD09-F0EE-654B1B1B42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51321" y="1536945"/>
                <a:ext cx="676275" cy="305400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69" name="Gerade Verbindung mit Pfeil 468">
              <a:extLst>
                <a:ext uri="{FF2B5EF4-FFF2-40B4-BE49-F238E27FC236}">
                  <a16:creationId xmlns:a16="http://schemas.microsoft.com/office/drawing/2014/main" id="{131015DD-CA84-ED99-C942-175FC344083F}"/>
                </a:ext>
              </a:extLst>
            </p:cNvPr>
            <p:cNvCxnSpPr>
              <a:cxnSpLocks/>
            </p:cNvCxnSpPr>
            <p:nvPr/>
          </p:nvCxnSpPr>
          <p:spPr>
            <a:xfrm>
              <a:off x="10055726" y="5667436"/>
              <a:ext cx="0" cy="188882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Gerade Verbindung mit Pfeil 469">
              <a:extLst>
                <a:ext uri="{FF2B5EF4-FFF2-40B4-BE49-F238E27FC236}">
                  <a16:creationId xmlns:a16="http://schemas.microsoft.com/office/drawing/2014/main" id="{9444F9C2-945C-821C-AA18-6996A8945959}"/>
                </a:ext>
              </a:extLst>
            </p:cNvPr>
            <p:cNvCxnSpPr>
              <a:cxnSpLocks/>
            </p:cNvCxnSpPr>
            <p:nvPr/>
          </p:nvCxnSpPr>
          <p:spPr>
            <a:xfrm>
              <a:off x="2989436" y="5667436"/>
              <a:ext cx="0" cy="188882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Textfeld 2">
              <a:extLst>
                <a:ext uri="{FF2B5EF4-FFF2-40B4-BE49-F238E27FC236}">
                  <a16:creationId xmlns:a16="http://schemas.microsoft.com/office/drawing/2014/main" id="{4176BE39-0DC3-4460-A1E3-B164CF21631E}"/>
                </a:ext>
              </a:extLst>
            </p:cNvPr>
            <p:cNvSpPr txBox="1"/>
            <p:nvPr/>
          </p:nvSpPr>
          <p:spPr>
            <a:xfrm>
              <a:off x="5286613" y="5884785"/>
              <a:ext cx="1555286" cy="27699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accent1">
                  <a:lumMod val="40000"/>
                  <a:lumOff val="60000"/>
                </a:schemeClr>
              </a:solidFill>
            </a:ln>
          </p:spPr>
          <p:txBody>
            <a:bodyPr wrap="square">
              <a:spAutoFit/>
            </a:bodyPr>
            <a:lstStyle>
              <a:defPPr>
                <a:defRPr lang="de-DE"/>
              </a:defPPr>
              <a:lvl1pPr algn="ctr">
                <a:defRPr sz="1200"/>
              </a:lvl1pPr>
            </a:lstStyle>
            <a:p>
              <a:r>
                <a:rPr lang="en-GB" dirty="0" err="1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games.howell</a:t>
              </a:r>
              <a:r>
                <a:rPr lang="en-GB" noProof="0" dirty="0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()</a:t>
              </a:r>
            </a:p>
          </p:txBody>
        </p: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A96C0ED5-86FD-C69F-7040-AA1BEEA2F5DF}"/>
                </a:ext>
              </a:extLst>
            </p:cNvPr>
            <p:cNvSpPr txBox="1"/>
            <p:nvPr/>
          </p:nvSpPr>
          <p:spPr>
            <a:xfrm>
              <a:off x="4346747" y="3845460"/>
              <a:ext cx="6199886" cy="28086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accent1">
                  <a:lumMod val="40000"/>
                  <a:lumOff val="6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sz="1200" dirty="0" err="1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levene</a:t>
              </a:r>
              <a:r>
                <a:rPr lang="en-GB" sz="1200" noProof="0" dirty="0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.test()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feld 38">
                  <a:extLst>
                    <a:ext uri="{FF2B5EF4-FFF2-40B4-BE49-F238E27FC236}">
                      <a16:creationId xmlns:a16="http://schemas.microsoft.com/office/drawing/2014/main" id="{25D3B015-9B60-7B1A-E90A-F3C27F59AD30}"/>
                    </a:ext>
                  </a:extLst>
                </p:cNvPr>
                <p:cNvSpPr txBox="1"/>
                <p:nvPr/>
              </p:nvSpPr>
              <p:spPr>
                <a:xfrm>
                  <a:off x="6092023" y="1958302"/>
                  <a:ext cx="2239544" cy="276999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>
                  <a:defPPr>
                    <a:defRPr lang="de-DE"/>
                  </a:defPPr>
                </a:lstStyle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50</m:t>
                      </m:r>
                      <m:r>
                        <a:rPr lang="en-GB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 </m:t>
                      </m:r>
                    </m:oMath>
                  </a14:m>
                  <a:r>
                    <a:rPr lang="en-GB" sz="12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 for all </a:t>
                  </a:r>
                  <a14:m>
                    <m:oMath xmlns:m="http://schemas.openxmlformats.org/officeDocument/2006/math">
                      <m:r>
                        <a:rPr lang="en-GB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𝑖</m:t>
                      </m:r>
                      <m:r>
                        <a:rPr lang="en-GB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=1,..,</m:t>
                      </m:r>
                      <m:r>
                        <a:rPr lang="en-GB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𝑘</m:t>
                      </m:r>
                    </m:oMath>
                  </a14:m>
                  <a:endPara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39" name="Textfeld 38">
                  <a:extLst>
                    <a:ext uri="{FF2B5EF4-FFF2-40B4-BE49-F238E27FC236}">
                      <a16:creationId xmlns:a16="http://schemas.microsoft.com/office/drawing/2014/main" id="{25D3B015-9B60-7B1A-E90A-F3C27F59AD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2023" y="1958302"/>
                  <a:ext cx="2239544" cy="276999"/>
                </a:xfrm>
                <a:prstGeom prst="rect">
                  <a:avLst/>
                </a:prstGeom>
                <a:blipFill>
                  <a:blip r:embed="rId9"/>
                  <a:stretch>
                    <a:fillRect b="-8696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Gerade Verbindung mit Pfeil 11">
              <a:extLst>
                <a:ext uri="{FF2B5EF4-FFF2-40B4-BE49-F238E27FC236}">
                  <a16:creationId xmlns:a16="http://schemas.microsoft.com/office/drawing/2014/main" id="{3058B38B-2ED7-9E1F-F998-9BF78ADEDC6C}"/>
                </a:ext>
              </a:extLst>
            </p:cNvPr>
            <p:cNvCxnSpPr>
              <a:cxnSpLocks/>
            </p:cNvCxnSpPr>
            <p:nvPr/>
          </p:nvCxnSpPr>
          <p:spPr>
            <a:xfrm>
              <a:off x="7192155" y="2308452"/>
              <a:ext cx="0" cy="151009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feld 23">
                  <a:extLst>
                    <a:ext uri="{FF2B5EF4-FFF2-40B4-BE49-F238E27FC236}">
                      <a16:creationId xmlns:a16="http://schemas.microsoft.com/office/drawing/2014/main" id="{9DDF4002-DC12-E055-D57B-9A420412E12D}"/>
                    </a:ext>
                  </a:extLst>
                </p:cNvPr>
                <p:cNvSpPr txBox="1"/>
                <p:nvPr/>
              </p:nvSpPr>
              <p:spPr>
                <a:xfrm>
                  <a:off x="176103" y="5018698"/>
                  <a:ext cx="1455623" cy="27699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=2</m:t>
                        </m:r>
                      </m:oMath>
                    </m:oMathPara>
                  </a14:m>
                  <a:endPara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4" name="Textfeld 23">
                  <a:extLst>
                    <a:ext uri="{FF2B5EF4-FFF2-40B4-BE49-F238E27FC236}">
                      <a16:creationId xmlns:a16="http://schemas.microsoft.com/office/drawing/2014/main" id="{9DDF4002-DC12-E055-D57B-9A420412E1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6103" y="5018698"/>
                  <a:ext cx="1455623" cy="27699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12700">
                  <a:noFill/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feld 24">
                  <a:extLst>
                    <a:ext uri="{FF2B5EF4-FFF2-40B4-BE49-F238E27FC236}">
                      <a16:creationId xmlns:a16="http://schemas.microsoft.com/office/drawing/2014/main" id="{0EA1C71A-304F-C75E-AF4E-0A6C9B95F4FB}"/>
                    </a:ext>
                  </a:extLst>
                </p:cNvPr>
                <p:cNvSpPr txBox="1"/>
                <p:nvPr/>
              </p:nvSpPr>
              <p:spPr>
                <a:xfrm>
                  <a:off x="1798821" y="5029318"/>
                  <a:ext cx="2336699" cy="27699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&gt;2</m:t>
                        </m:r>
                      </m:oMath>
                    </m:oMathPara>
                  </a14:m>
                  <a:endPara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5" name="Textfeld 24">
                  <a:extLst>
                    <a:ext uri="{FF2B5EF4-FFF2-40B4-BE49-F238E27FC236}">
                      <a16:creationId xmlns:a16="http://schemas.microsoft.com/office/drawing/2014/main" id="{0EA1C71A-304F-C75E-AF4E-0A6C9B95F4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98821" y="5029318"/>
                  <a:ext cx="2336699" cy="276999"/>
                </a:xfrm>
                <a:prstGeom prst="rect">
                  <a:avLst/>
                </a:prstGeom>
                <a:blipFill>
                  <a:blip r:embed="rId11"/>
                  <a:stretch>
                    <a:fillRect b="-4167"/>
                  </a:stretch>
                </a:blipFill>
                <a:ln w="12700">
                  <a:noFill/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8" name="Gruppieren 37">
              <a:extLst>
                <a:ext uri="{FF2B5EF4-FFF2-40B4-BE49-F238E27FC236}">
                  <a16:creationId xmlns:a16="http://schemas.microsoft.com/office/drawing/2014/main" id="{C6503C36-7FD5-F491-6D2E-6C39315C2187}"/>
                </a:ext>
              </a:extLst>
            </p:cNvPr>
            <p:cNvGrpSpPr/>
            <p:nvPr/>
          </p:nvGrpSpPr>
          <p:grpSpPr>
            <a:xfrm>
              <a:off x="4591203" y="4716325"/>
              <a:ext cx="1687838" cy="346131"/>
              <a:chOff x="2697748" y="1511731"/>
              <a:chExt cx="1289074" cy="305403"/>
            </a:xfrm>
          </p:grpSpPr>
          <p:cxnSp>
            <p:nvCxnSpPr>
              <p:cNvPr id="41" name="Gerade Verbindung mit Pfeil 40">
                <a:extLst>
                  <a:ext uri="{FF2B5EF4-FFF2-40B4-BE49-F238E27FC236}">
                    <a16:creationId xmlns:a16="http://schemas.microsoft.com/office/drawing/2014/main" id="{07A7E073-1A96-35BA-9DCF-25FAEA94856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697748" y="1511731"/>
                <a:ext cx="639486" cy="3054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Gerade Verbindung mit Pfeil 41">
                <a:extLst>
                  <a:ext uri="{FF2B5EF4-FFF2-40B4-BE49-F238E27FC236}">
                    <a16:creationId xmlns:a16="http://schemas.microsoft.com/office/drawing/2014/main" id="{44FE817B-F0CA-DF20-CA68-5630D7BA93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7232" y="1511734"/>
                <a:ext cx="649590" cy="3054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feld 54">
                  <a:extLst>
                    <a:ext uri="{FF2B5EF4-FFF2-40B4-BE49-F238E27FC236}">
                      <a16:creationId xmlns:a16="http://schemas.microsoft.com/office/drawing/2014/main" id="{32F34D86-DE31-25CE-057E-D851B9BC0D4C}"/>
                    </a:ext>
                  </a:extLst>
                </p:cNvPr>
                <p:cNvSpPr txBox="1"/>
                <p:nvPr/>
              </p:nvSpPr>
              <p:spPr>
                <a:xfrm>
                  <a:off x="4194821" y="5033603"/>
                  <a:ext cx="890372" cy="27699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=2</m:t>
                        </m:r>
                      </m:oMath>
                    </m:oMathPara>
                  </a14:m>
                  <a:endPara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55" name="Textfeld 54">
                  <a:extLst>
                    <a:ext uri="{FF2B5EF4-FFF2-40B4-BE49-F238E27FC236}">
                      <a16:creationId xmlns:a16="http://schemas.microsoft.com/office/drawing/2014/main" id="{32F34D86-DE31-25CE-057E-D851B9BC0D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4821" y="5033603"/>
                  <a:ext cx="890372" cy="276999"/>
                </a:xfrm>
                <a:prstGeom prst="rect">
                  <a:avLst/>
                </a:prstGeom>
                <a:blipFill>
                  <a:blip r:embed="rId12"/>
                  <a:stretch>
                    <a:fillRect b="-4348"/>
                  </a:stretch>
                </a:blipFill>
                <a:ln w="12700">
                  <a:noFill/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feld 55">
                  <a:extLst>
                    <a:ext uri="{FF2B5EF4-FFF2-40B4-BE49-F238E27FC236}">
                      <a16:creationId xmlns:a16="http://schemas.microsoft.com/office/drawing/2014/main" id="{3E0D5529-B228-DD80-E287-2980B02418B3}"/>
                    </a:ext>
                  </a:extLst>
                </p:cNvPr>
                <p:cNvSpPr txBox="1"/>
                <p:nvPr/>
              </p:nvSpPr>
              <p:spPr>
                <a:xfrm>
                  <a:off x="5825084" y="5018698"/>
                  <a:ext cx="846119" cy="27699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&gt; 2</m:t>
                        </m:r>
                      </m:oMath>
                    </m:oMathPara>
                  </a14:m>
                  <a:endPara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56" name="Textfeld 55">
                  <a:extLst>
                    <a:ext uri="{FF2B5EF4-FFF2-40B4-BE49-F238E27FC236}">
                      <a16:creationId xmlns:a16="http://schemas.microsoft.com/office/drawing/2014/main" id="{3E0D5529-B228-DD80-E287-2980B02418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5084" y="5018698"/>
                  <a:ext cx="846119" cy="276999"/>
                </a:xfrm>
                <a:prstGeom prst="rect">
                  <a:avLst/>
                </a:prstGeom>
                <a:blipFill>
                  <a:blip r:embed="rId13"/>
                  <a:stretch>
                    <a:fillRect b="-4348"/>
                  </a:stretch>
                </a:blipFill>
                <a:ln w="12700">
                  <a:noFill/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7" name="Gruppieren 56">
              <a:extLst>
                <a:ext uri="{FF2B5EF4-FFF2-40B4-BE49-F238E27FC236}">
                  <a16:creationId xmlns:a16="http://schemas.microsoft.com/office/drawing/2014/main" id="{49649FEE-F4D0-3CC0-B563-DD56D0D28311}"/>
                </a:ext>
              </a:extLst>
            </p:cNvPr>
            <p:cNvGrpSpPr/>
            <p:nvPr/>
          </p:nvGrpSpPr>
          <p:grpSpPr>
            <a:xfrm>
              <a:off x="7894225" y="4716325"/>
              <a:ext cx="1687838" cy="346131"/>
              <a:chOff x="2785044" y="1511731"/>
              <a:chExt cx="1289074" cy="305403"/>
            </a:xfrm>
          </p:grpSpPr>
          <p:cxnSp>
            <p:nvCxnSpPr>
              <p:cNvPr id="58" name="Gerade Verbindung mit Pfeil 57">
                <a:extLst>
                  <a:ext uri="{FF2B5EF4-FFF2-40B4-BE49-F238E27FC236}">
                    <a16:creationId xmlns:a16="http://schemas.microsoft.com/office/drawing/2014/main" id="{4FFC3366-C9F6-DB2B-BE73-6C00D9BA034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85044" y="1511731"/>
                <a:ext cx="639486" cy="3054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Gerade Verbindung mit Pfeil 58">
                <a:extLst>
                  <a:ext uri="{FF2B5EF4-FFF2-40B4-BE49-F238E27FC236}">
                    <a16:creationId xmlns:a16="http://schemas.microsoft.com/office/drawing/2014/main" id="{5BF45602-2F67-4168-59E4-A3998969C4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24528" y="1511734"/>
                <a:ext cx="649590" cy="3054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feld 59">
                  <a:extLst>
                    <a:ext uri="{FF2B5EF4-FFF2-40B4-BE49-F238E27FC236}">
                      <a16:creationId xmlns:a16="http://schemas.microsoft.com/office/drawing/2014/main" id="{77C6E6CC-42F5-BE06-70A0-D9AD39033837}"/>
                    </a:ext>
                  </a:extLst>
                </p:cNvPr>
                <p:cNvSpPr txBox="1"/>
                <p:nvPr/>
              </p:nvSpPr>
              <p:spPr>
                <a:xfrm>
                  <a:off x="7396370" y="5018698"/>
                  <a:ext cx="890372" cy="27699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=2</m:t>
                        </m:r>
                      </m:oMath>
                    </m:oMathPara>
                  </a14:m>
                  <a:endPara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60" name="Textfeld 59">
                  <a:extLst>
                    <a:ext uri="{FF2B5EF4-FFF2-40B4-BE49-F238E27FC236}">
                      <a16:creationId xmlns:a16="http://schemas.microsoft.com/office/drawing/2014/main" id="{77C6E6CC-42F5-BE06-70A0-D9AD390338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6370" y="5018698"/>
                  <a:ext cx="890372" cy="276999"/>
                </a:xfrm>
                <a:prstGeom prst="rect">
                  <a:avLst/>
                </a:prstGeom>
                <a:blipFill>
                  <a:blip r:embed="rId14"/>
                  <a:stretch>
                    <a:fillRect b="-4348"/>
                  </a:stretch>
                </a:blipFill>
                <a:ln w="12700">
                  <a:noFill/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feld 60">
                  <a:extLst>
                    <a:ext uri="{FF2B5EF4-FFF2-40B4-BE49-F238E27FC236}">
                      <a16:creationId xmlns:a16="http://schemas.microsoft.com/office/drawing/2014/main" id="{98C4BAEE-E59A-9693-1E67-65291EDBDE33}"/>
                    </a:ext>
                  </a:extLst>
                </p:cNvPr>
                <p:cNvSpPr txBox="1"/>
                <p:nvPr/>
              </p:nvSpPr>
              <p:spPr>
                <a:xfrm>
                  <a:off x="9158922" y="5018698"/>
                  <a:ext cx="846119" cy="276999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&gt; 2</m:t>
                        </m:r>
                      </m:oMath>
                    </m:oMathPara>
                  </a14:m>
                  <a:endParaRPr lang="en-GB" sz="1200" noProof="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61" name="Textfeld 60">
                  <a:extLst>
                    <a:ext uri="{FF2B5EF4-FFF2-40B4-BE49-F238E27FC236}">
                      <a16:creationId xmlns:a16="http://schemas.microsoft.com/office/drawing/2014/main" id="{98C4BAEE-E59A-9693-1E67-65291EDBDE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58922" y="5018698"/>
                  <a:ext cx="846119" cy="276999"/>
                </a:xfrm>
                <a:prstGeom prst="rect">
                  <a:avLst/>
                </a:prstGeom>
                <a:blipFill>
                  <a:blip r:embed="rId15"/>
                  <a:stretch>
                    <a:fillRect b="-4348"/>
                  </a:stretch>
                </a:blipFill>
                <a:ln w="12700">
                  <a:noFill/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5CCF68E2-CE13-5735-609B-5C127D7431F9}"/>
                </a:ext>
              </a:extLst>
            </p:cNvPr>
            <p:cNvSpPr txBox="1"/>
            <p:nvPr/>
          </p:nvSpPr>
          <p:spPr>
            <a:xfrm>
              <a:off x="4237616" y="5367256"/>
              <a:ext cx="991434" cy="276999"/>
            </a:xfrm>
            <a:prstGeom prst="rect">
              <a:avLst/>
            </a:prstGeom>
            <a:solidFill>
              <a:schemeClr val="accent4">
                <a:alpha val="19758"/>
              </a:schemeClr>
            </a:solidFill>
            <a:ln w="12700">
              <a:solidFill>
                <a:schemeClr val="tx1"/>
              </a:solidFill>
            </a:ln>
          </p:spPr>
          <p:txBody>
            <a:bodyPr wrap="square">
              <a:spAutoFit/>
            </a:bodyPr>
            <a:lstStyle>
              <a:defPPr>
                <a:defRPr lang="de-DE"/>
              </a:defPPr>
              <a:lvl1pPr algn="ctr">
                <a:defRPr sz="1200"/>
              </a:lvl1pPr>
            </a:lstStyle>
            <a:p>
              <a:r>
                <a:rPr lang="en-GB" noProof="0" dirty="0" err="1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t.test</a:t>
              </a:r>
              <a:r>
                <a:rPr lang="en-GB" noProof="0" dirty="0">
                  <a:latin typeface="Courier New" panose="02070309020205020404" pitchFamily="49" charset="0"/>
                  <a:ea typeface="Cambria Math" panose="02040503050406030204" pitchFamily="18" charset="0"/>
                  <a:cs typeface="Courier New" panose="02070309020205020404" pitchFamily="49" charset="0"/>
                </a:rPr>
                <a:t>()</a:t>
              </a:r>
            </a:p>
          </p:txBody>
        </p:sp>
        <p:cxnSp>
          <p:nvCxnSpPr>
            <p:cNvPr id="448" name="Gerade Verbindung mit Pfeil 447">
              <a:extLst>
                <a:ext uri="{FF2B5EF4-FFF2-40B4-BE49-F238E27FC236}">
                  <a16:creationId xmlns:a16="http://schemas.microsoft.com/office/drawing/2014/main" id="{AE475B88-AB1E-D266-5235-BF5F930BE90D}"/>
                </a:ext>
              </a:extLst>
            </p:cNvPr>
            <p:cNvCxnSpPr>
              <a:cxnSpLocks/>
            </p:cNvCxnSpPr>
            <p:nvPr/>
          </p:nvCxnSpPr>
          <p:spPr>
            <a:xfrm>
              <a:off x="6054863" y="5667436"/>
              <a:ext cx="0" cy="188882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Gerade Verbindung mit Pfeil 450">
              <a:extLst>
                <a:ext uri="{FF2B5EF4-FFF2-40B4-BE49-F238E27FC236}">
                  <a16:creationId xmlns:a16="http://schemas.microsoft.com/office/drawing/2014/main" id="{9B9EE9F6-5702-287C-F8A2-654F20C07D1A}"/>
                </a:ext>
              </a:extLst>
            </p:cNvPr>
            <p:cNvCxnSpPr>
              <a:cxnSpLocks/>
            </p:cNvCxnSpPr>
            <p:nvPr/>
          </p:nvCxnSpPr>
          <p:spPr>
            <a:xfrm>
              <a:off x="4370576" y="2259772"/>
              <a:ext cx="0" cy="24052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3" name="Textfeld 452">
              <a:extLst>
                <a:ext uri="{FF2B5EF4-FFF2-40B4-BE49-F238E27FC236}">
                  <a16:creationId xmlns:a16="http://schemas.microsoft.com/office/drawing/2014/main" id="{9D680ABF-B40E-64A8-8CA2-ADD967E39ABF}"/>
                </a:ext>
              </a:extLst>
            </p:cNvPr>
            <p:cNvSpPr txBox="1"/>
            <p:nvPr/>
          </p:nvSpPr>
          <p:spPr>
            <a:xfrm>
              <a:off x="9777810" y="1021323"/>
              <a:ext cx="1579377" cy="281831"/>
            </a:xfrm>
            <a:prstGeom prst="rect">
              <a:avLst/>
            </a:prstGeom>
            <a:solidFill>
              <a:schemeClr val="accent4">
                <a:alpha val="19758"/>
              </a:schemeClr>
            </a:solidFill>
            <a:ln w="1270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GB" sz="1200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parametric tests</a:t>
              </a:r>
            </a:p>
          </p:txBody>
        </p:sp>
        <p:sp>
          <p:nvSpPr>
            <p:cNvPr id="454" name="Textfeld 453">
              <a:extLst>
                <a:ext uri="{FF2B5EF4-FFF2-40B4-BE49-F238E27FC236}">
                  <a16:creationId xmlns:a16="http://schemas.microsoft.com/office/drawing/2014/main" id="{91CC0555-9927-4C62-300B-210270F9CD9D}"/>
                </a:ext>
              </a:extLst>
            </p:cNvPr>
            <p:cNvSpPr txBox="1"/>
            <p:nvPr/>
          </p:nvSpPr>
          <p:spPr>
            <a:xfrm>
              <a:off x="9691066" y="743904"/>
              <a:ext cx="1097743" cy="28183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>
              <a:spAutoFit/>
            </a:bodyPr>
            <a:lstStyle>
              <a:defPPr>
                <a:defRPr lang="de-DE"/>
              </a:defPPr>
              <a:lvl1pPr algn="ctr">
                <a:defRPr sz="1200"/>
              </a:lvl1pPr>
            </a:lstStyle>
            <a:p>
              <a:pPr algn="l"/>
              <a:r>
                <a:rPr lang="en-GB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Colour code: </a:t>
              </a:r>
            </a:p>
          </p:txBody>
        </p:sp>
        <p:sp>
          <p:nvSpPr>
            <p:cNvPr id="455" name="Rechteck 454">
              <a:extLst>
                <a:ext uri="{FF2B5EF4-FFF2-40B4-BE49-F238E27FC236}">
                  <a16:creationId xmlns:a16="http://schemas.microsoft.com/office/drawing/2014/main" id="{3E5F604F-EE46-86FF-7411-4BCCBA43E137}"/>
                </a:ext>
              </a:extLst>
            </p:cNvPr>
            <p:cNvSpPr/>
            <p:nvPr/>
          </p:nvSpPr>
          <p:spPr>
            <a:xfrm>
              <a:off x="9581981" y="696015"/>
              <a:ext cx="2637621" cy="1524648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7" name="Textfeld 456">
                  <a:extLst>
                    <a:ext uri="{FF2B5EF4-FFF2-40B4-BE49-F238E27FC236}">
                      <a16:creationId xmlns:a16="http://schemas.microsoft.com/office/drawing/2014/main" id="{E47FDE1A-B498-6B59-C66D-9D00864C40C7}"/>
                    </a:ext>
                  </a:extLst>
                </p:cNvPr>
                <p:cNvSpPr txBox="1"/>
                <p:nvPr/>
              </p:nvSpPr>
              <p:spPr>
                <a:xfrm>
                  <a:off x="9737673" y="1697309"/>
                  <a:ext cx="2326236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GB" sz="120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1−</m:t>
                      </m:r>
                    </m:oMath>
                  </a14:m>
                  <a:r>
                    <a:rPr lang="en-GB" sz="1200" noProof="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 </a:t>
                  </a:r>
                  <a:r>
                    <a:rPr lang="en-GB" sz="1200" noProof="0" dirty="0" err="1">
                      <a:latin typeface="Courier New" panose="02070309020205020404" pitchFamily="49" charset="0"/>
                      <a:ea typeface="CMU Bright Roman" panose="02000603000000000000" pitchFamily="2" charset="0"/>
                      <a:cs typeface="Courier New" panose="02070309020205020404" pitchFamily="49" charset="0"/>
                    </a:rPr>
                    <a:t>conf.level</a:t>
                  </a:r>
                  <a:endParaRPr lang="en-GB" sz="1200" noProof="0" dirty="0">
                    <a:latin typeface="Courier New" panose="02070309020205020404" pitchFamily="49" charset="0"/>
                    <a:ea typeface="CMU Bright Roman" panose="02000603000000000000" pitchFamily="2" charset="0"/>
                    <a:cs typeface="Courier New" panose="02070309020205020404" pitchFamily="49" charset="0"/>
                  </a:endParaRPr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1200" i="1" noProof="0" dirty="0" smtClean="0">
                              <a:latin typeface="Cambria Math" panose="02040503050406030204" pitchFamily="18" charset="0"/>
                              <a:ea typeface="CMU Bright Roman" panose="02000603000000000000" pitchFamily="2" charset="0"/>
                              <a:cs typeface="Courier New" panose="02070309020205020404" pitchFamily="49" charset="0"/>
                            </a:rPr>
                          </m:ctrlPr>
                        </m:sSubPr>
                        <m:e>
                          <m:r>
                            <a:rPr lang="en-GB" sz="1200" i="1" noProof="0" dirty="0" smtClean="0">
                              <a:latin typeface="Cambria Math" panose="02040503050406030204" pitchFamily="18" charset="0"/>
                              <a:ea typeface="CMU Bright Roman" panose="02000603000000000000" pitchFamily="2" charset="0"/>
                              <a:cs typeface="Courier New" panose="02070309020205020404" pitchFamily="49" charset="0"/>
                            </a:rPr>
                            <m:t>𝑛</m:t>
                          </m:r>
                        </m:e>
                        <m:sub>
                          <m:r>
                            <a:rPr lang="en-GB" sz="1200" i="1" noProof="0" dirty="0" smtClean="0">
                              <a:latin typeface="Cambria Math" panose="02040503050406030204" pitchFamily="18" charset="0"/>
                              <a:ea typeface="CMU Bright Roman" panose="02000603000000000000" pitchFamily="2" charset="0"/>
                              <a:cs typeface="Courier New" panose="02070309020205020404" pitchFamily="49" charset="0"/>
                            </a:rPr>
                            <m:t>𝑖</m:t>
                          </m:r>
                        </m:sub>
                      </m:sSub>
                      <m:r>
                        <a:rPr lang="en-GB" sz="1200" i="1" dirty="0" smtClean="0">
                          <a:latin typeface="Cambria Math" panose="02040503050406030204" pitchFamily="18" charset="0"/>
                          <a:ea typeface="CMU Bright Roman" panose="02000603000000000000" pitchFamily="2" charset="0"/>
                          <a:cs typeface="Courier New" panose="02070309020205020404" pitchFamily="49" charset="0"/>
                        </a:rPr>
                        <m:t>:</m:t>
                      </m:r>
                      <m:r>
                        <a:rPr lang="en-GB" sz="1200" i="1" dirty="0">
                          <a:latin typeface="Cambria Math" panose="02040503050406030204" pitchFamily="18" charset="0"/>
                          <a:ea typeface="CMU Bright Roman" panose="02000603000000000000" pitchFamily="2" charset="0"/>
                          <a:cs typeface="Courier New" panose="02070309020205020404" pitchFamily="49" charset="0"/>
                        </a:rPr>
                        <m:t> </m:t>
                      </m:r>
                    </m:oMath>
                  </a14:m>
                  <a:r>
                    <a:rPr lang="en-GB" sz="1200" dirty="0">
                      <a:ea typeface="CMU Bright Roman" panose="02000603000000000000" pitchFamily="2" charset="0"/>
                      <a:cs typeface="Courier New" panose="02070309020205020404" pitchFamily="49" charset="0"/>
                    </a:rPr>
                    <a:t>sample size of group/level</a:t>
                  </a:r>
                  <a14:m>
                    <m:oMath xmlns:m="http://schemas.openxmlformats.org/officeDocument/2006/math">
                      <m:r>
                        <a:rPr lang="en-US" sz="1200" b="0" i="0" dirty="0" smtClean="0">
                          <a:latin typeface="Cambria Math" panose="02040503050406030204" pitchFamily="18" charset="0"/>
                          <a:ea typeface="CMU Bright Roman" panose="02000603000000000000" pitchFamily="2" charset="0"/>
                          <a:cs typeface="Courier New" panose="02070309020205020404" pitchFamily="49" charset="0"/>
                        </a:rPr>
                        <m:t> </m:t>
                      </m:r>
                      <m:r>
                        <a:rPr lang="en-GB" sz="1200" i="1" dirty="0" smtClean="0">
                          <a:latin typeface="Cambria Math" panose="02040503050406030204" pitchFamily="18" charset="0"/>
                          <a:ea typeface="CMU Bright Roman" panose="02000603000000000000" pitchFamily="2" charset="0"/>
                          <a:cs typeface="Courier New" panose="02070309020205020404" pitchFamily="49" charset="0"/>
                        </a:rPr>
                        <m:t>𝑖</m:t>
                      </m:r>
                    </m:oMath>
                  </a14:m>
                  <a:endParaRPr lang="en-GB" sz="800" noProof="0" dirty="0">
                    <a:ea typeface="CMU Bright Roman" panose="02000603000000000000" pitchFamily="2" charset="0"/>
                    <a:cs typeface="CMU Bright Roman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457" name="Textfeld 456">
                  <a:extLst>
                    <a:ext uri="{FF2B5EF4-FFF2-40B4-BE49-F238E27FC236}">
                      <a16:creationId xmlns:a16="http://schemas.microsoft.com/office/drawing/2014/main" id="{E47FDE1A-B498-6B59-C66D-9D00864C40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37673" y="1697309"/>
                  <a:ext cx="2326236" cy="461665"/>
                </a:xfrm>
                <a:prstGeom prst="rect">
                  <a:avLst/>
                </a:prstGeom>
                <a:blipFill>
                  <a:blip r:embed="rId16"/>
                  <a:stretch>
                    <a:fillRect b="-789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58" name="Gerade Verbindung mit Pfeil 457">
              <a:extLst>
                <a:ext uri="{FF2B5EF4-FFF2-40B4-BE49-F238E27FC236}">
                  <a16:creationId xmlns:a16="http://schemas.microsoft.com/office/drawing/2014/main" id="{FB594199-4842-336C-C6AB-F270575BA874}"/>
                </a:ext>
              </a:extLst>
            </p:cNvPr>
            <p:cNvCxnSpPr>
              <a:cxnSpLocks/>
            </p:cNvCxnSpPr>
            <p:nvPr/>
          </p:nvCxnSpPr>
          <p:spPr>
            <a:xfrm>
              <a:off x="5914511" y="3569617"/>
              <a:ext cx="0" cy="255701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8" name="Textfeld 507">
              <a:extLst>
                <a:ext uri="{FF2B5EF4-FFF2-40B4-BE49-F238E27FC236}">
                  <a16:creationId xmlns:a16="http://schemas.microsoft.com/office/drawing/2014/main" id="{F6D84C37-699D-500C-F36D-ECD7231CD95A}"/>
                </a:ext>
              </a:extLst>
            </p:cNvPr>
            <p:cNvSpPr txBox="1"/>
            <p:nvPr/>
          </p:nvSpPr>
          <p:spPr>
            <a:xfrm>
              <a:off x="306876" y="3784066"/>
              <a:ext cx="3307799" cy="27699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>
              <a:noFill/>
            </a:ln>
          </p:spPr>
          <p:txBody>
            <a:bodyPr wrap="square">
              <a:spAutoFit/>
            </a:bodyPr>
            <a:lstStyle>
              <a:defPPr>
                <a:defRPr lang="de-DE"/>
              </a:defPPr>
              <a:lvl1pPr algn="ctr">
                <a:defRPr sz="1200"/>
              </a:lvl1pPr>
            </a:lstStyle>
            <a:p>
              <a:r>
                <a:rPr lang="en-GB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non-parametric tests </a:t>
              </a:r>
            </a:p>
          </p:txBody>
        </p:sp>
        <p:cxnSp>
          <p:nvCxnSpPr>
            <p:cNvPr id="511" name="Gerade Verbindung mit Pfeil 510">
              <a:extLst>
                <a:ext uri="{FF2B5EF4-FFF2-40B4-BE49-F238E27FC236}">
                  <a16:creationId xmlns:a16="http://schemas.microsoft.com/office/drawing/2014/main" id="{9840289F-EBDC-80F4-2B45-B5F2274BB5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66645" y="3577477"/>
              <a:ext cx="4417" cy="180489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Textfeld 1">
              <a:extLst>
                <a:ext uri="{FF2B5EF4-FFF2-40B4-BE49-F238E27FC236}">
                  <a16:creationId xmlns:a16="http://schemas.microsoft.com/office/drawing/2014/main" id="{450570A0-E57C-AAA8-B3DD-EEE2B1F40B40}"/>
                </a:ext>
              </a:extLst>
            </p:cNvPr>
            <p:cNvSpPr txBox="1"/>
            <p:nvPr/>
          </p:nvSpPr>
          <p:spPr>
            <a:xfrm>
              <a:off x="9798957" y="1358897"/>
              <a:ext cx="1579378" cy="27699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>
              <a:noFill/>
            </a:ln>
          </p:spPr>
          <p:txBody>
            <a:bodyPr wrap="square">
              <a:spAutoFit/>
            </a:bodyPr>
            <a:lstStyle>
              <a:defPPr>
                <a:defRPr lang="de-DE"/>
              </a:defPPr>
              <a:lvl1pPr algn="ctr">
                <a:defRPr sz="1200"/>
              </a:lvl1pPr>
            </a:lstStyle>
            <a:p>
              <a:r>
                <a:rPr lang="en-GB" noProof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rPr>
                <a:t>non-parametric tests </a:t>
              </a:r>
            </a:p>
          </p:txBody>
        </p:sp>
        <p:grpSp>
          <p:nvGrpSpPr>
            <p:cNvPr id="17" name="Gruppieren 16">
              <a:extLst>
                <a:ext uri="{FF2B5EF4-FFF2-40B4-BE49-F238E27FC236}">
                  <a16:creationId xmlns:a16="http://schemas.microsoft.com/office/drawing/2014/main" id="{DDFFE7DA-DB88-38E7-33BE-4F281C3F126B}"/>
                </a:ext>
              </a:extLst>
            </p:cNvPr>
            <p:cNvGrpSpPr/>
            <p:nvPr/>
          </p:nvGrpSpPr>
          <p:grpSpPr>
            <a:xfrm>
              <a:off x="1022643" y="4084526"/>
              <a:ext cx="1795871" cy="944792"/>
              <a:chOff x="3378041" y="2876116"/>
              <a:chExt cx="1795871" cy="542165"/>
            </a:xfrm>
          </p:grpSpPr>
          <p:cxnSp>
            <p:nvCxnSpPr>
              <p:cNvPr id="19" name="Gerade Verbindung mit Pfeil 18">
                <a:extLst>
                  <a:ext uri="{FF2B5EF4-FFF2-40B4-BE49-F238E27FC236}">
                    <a16:creationId xmlns:a16="http://schemas.microsoft.com/office/drawing/2014/main" id="{545CD492-C1A1-75D3-BE75-B9663E5A193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378041" y="2876116"/>
                <a:ext cx="890897" cy="542165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Gerade Verbindung mit Pfeil 19">
                <a:extLst>
                  <a:ext uri="{FF2B5EF4-FFF2-40B4-BE49-F238E27FC236}">
                    <a16:creationId xmlns:a16="http://schemas.microsoft.com/office/drawing/2014/main" id="{94EC5588-4A68-7DDB-8F44-7146146680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8938" y="2876116"/>
                <a:ext cx="904974" cy="542165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49A3AE00-9BB2-C9E1-3306-F4DC55F07649}"/>
              </a:ext>
            </a:extLst>
          </p:cNvPr>
          <p:cNvCxnSpPr>
            <a:cxnSpLocks/>
          </p:cNvCxnSpPr>
          <p:nvPr/>
        </p:nvCxnSpPr>
        <p:spPr>
          <a:xfrm flipH="1">
            <a:off x="2746479" y="2421706"/>
            <a:ext cx="1416966" cy="305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8C20A78F-E4FB-C38A-458D-C8E8F7B160D2}"/>
              </a:ext>
            </a:extLst>
          </p:cNvPr>
          <p:cNvCxnSpPr>
            <a:cxnSpLocks/>
          </p:cNvCxnSpPr>
          <p:nvPr/>
        </p:nvCxnSpPr>
        <p:spPr>
          <a:xfrm>
            <a:off x="4163445" y="2421706"/>
            <a:ext cx="1439354" cy="305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28205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solidFill>
          <a:schemeClr val="accent4">
            <a:alpha val="19758"/>
          </a:schemeClr>
        </a:solidFill>
        <a:ln w="12700">
          <a:noFill/>
        </a:ln>
      </a:spPr>
      <a:bodyPr wrap="square">
        <a:spAutoFit/>
      </a:bodyPr>
      <a:lstStyle>
        <a:defPPr algn="ctr">
          <a:defRPr sz="800" noProof="0" dirty="0" smtClean="0">
            <a:latin typeface="Calibri" panose="020F0502020204030204" pitchFamily="34" charset="0"/>
            <a:ea typeface="Cambria Math" panose="02040503050406030204" pitchFamily="18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628DB25-49C7-9C48-9DEB-221973F78786}">
  <we:reference id="wa104381909" version="3.1.0.0" store="en-US" storeType="OMEX"/>
  <we:alternateReferences>
    <we:reference id="WA104381909" version="3.1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</Words>
  <Application>Microsoft Macintosh PowerPoint</Application>
  <PresentationFormat>Breitbild</PresentationFormat>
  <Paragraphs>36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CMU Bright Roman</vt:lpstr>
      <vt:lpstr>Courier New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 trees</dc:title>
  <dc:creator>Schilling Sabine HSLU W</dc:creator>
  <cp:lastModifiedBy>Schilling Sabine HSLU W</cp:lastModifiedBy>
  <cp:revision>37</cp:revision>
  <dcterms:created xsi:type="dcterms:W3CDTF">2023-05-08T12:12:17Z</dcterms:created>
  <dcterms:modified xsi:type="dcterms:W3CDTF">2026-05-11T14:26:47Z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8b0afbd-3cf7-4707-aee4-8dc9d855de29_Enabled">
    <vt:lpwstr>true</vt:lpwstr>
  </property>
  <property fmtid="{D5CDD505-2E9C-101B-9397-08002B2CF9AE}" pid="3" name="MSIP_Label_e8b0afbd-3cf7-4707-aee4-8dc9d855de29_SetDate">
    <vt:lpwstr>2025-05-10T09:29:47Z</vt:lpwstr>
  </property>
  <property fmtid="{D5CDD505-2E9C-101B-9397-08002B2CF9AE}" pid="4" name="MSIP_Label_e8b0afbd-3cf7-4707-aee4-8dc9d855de29_Method">
    <vt:lpwstr>Privileged</vt:lpwstr>
  </property>
  <property fmtid="{D5CDD505-2E9C-101B-9397-08002B2CF9AE}" pid="5" name="MSIP_Label_e8b0afbd-3cf7-4707-aee4-8dc9d855de29_Name">
    <vt:lpwstr>intern</vt:lpwstr>
  </property>
  <property fmtid="{D5CDD505-2E9C-101B-9397-08002B2CF9AE}" pid="6" name="MSIP_Label_e8b0afbd-3cf7-4707-aee4-8dc9d855de29_SiteId">
    <vt:lpwstr>75a34008-d7d1-4924-8e78-31fea86f6e68</vt:lpwstr>
  </property>
  <property fmtid="{D5CDD505-2E9C-101B-9397-08002B2CF9AE}" pid="7" name="MSIP_Label_e8b0afbd-3cf7-4707-aee4-8dc9d855de29_ActionId">
    <vt:lpwstr>8647766f-e017-41ca-968f-3e61e90fbd83</vt:lpwstr>
  </property>
  <property fmtid="{D5CDD505-2E9C-101B-9397-08002B2CF9AE}" pid="8" name="MSIP_Label_e8b0afbd-3cf7-4707-aee4-8dc9d855de29_ContentBits">
    <vt:lpwstr>0</vt:lpwstr>
  </property>
  <property fmtid="{D5CDD505-2E9C-101B-9397-08002B2CF9AE}" pid="9" name="MSIP_Label_e8b0afbd-3cf7-4707-aee4-8dc9d855de29_Tag">
    <vt:lpwstr>50, 0, 1, 1</vt:lpwstr>
  </property>
</Properties>
</file>